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39" autoAdjust="0"/>
  </p:normalViewPr>
  <p:slideViewPr>
    <p:cSldViewPr snapToGrid="0">
      <p:cViewPr>
        <p:scale>
          <a:sx n="50" d="100"/>
          <a:sy n="50" d="100"/>
        </p:scale>
        <p:origin x="1560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作者：邓康，电博61，2026310543。海报为A1竖版594×841mm。</a:t>
            </a:r>
          </a:p>
          <a:p>
            <a:br/>
            <a:br/>
            <a:r>
              <a:t>2026-10-23补充：保持用户修改后的01 feature/02 workflow/03方法对比/04典型错误/05 benchmark结构。对比核查来源：https://arxiv.org/html/2602.15983v6，§3.2–3.4、Table 3和§6；https://github.com/junbolian/ReLoop/blob/main/reloop/pipeline.py；verification.py；__init__.py。远端blob：pipeline ba645563481137f00e41b1f57d8a585a7f691b3c；verification 00cac336ac88053791c6d60a8deb43a5adcb8ffa；__init__ 6e9ba7deb369f574eb3eef2a3fd35f1ad647a9c5。本地换行归一后与远端一致。ReLoop也支持initial_code及公开API，不宣称其不可复用。其自学习列仅指未见持久知识卡登记，不否定任务内迭代。插件化指Skill/项目适配器接入，不等同于任意模型零配置。默认replay零新增求解，不代表零计算开销。知识卡自学习不训练大模型权重。双方没有同题性能比较。完整核查记录见ReLoop对比核查.md。用户保留的动漫截图为用户提供素材。</a:t>
            </a:r>
          </a:p>
          <a:p>
            <a:br/>
            <a:r>
              <a:t>三线表更新：两张表按 booktabs 规范保留顶线、表头分隔线和底线，不设竖线或正文行线。benchmark数据取自测试benchmark/skill-focused-v2-20261015/grading/results.json、descriptive-comparison.json。每组48项，ERROR项36项，沿用冻结历史结果。实质匹配为评分后拆分，不替代严格检出指标。</a:t>
            </a:r>
          </a:p>
          <a:p>
            <a:br/>
            <a:r>
              <a:t>2026-10-23最终修复成绩更新：本次表格替代前述审计阶段benchmark表，不改写审计原成绩。源：测试benchmark/skill-focused-v2-20261015/repair-grading/descriptive-comparison.json primary.groups，results_sha256=59cf6bbfe6e5f4e6f3febe57e1a07b9b944465b488f54378ec980b24b42fe9ef；测试benchmark/新评测_实际修复结果_20261020.md；private/runtime/user-adoption-20261020/README.md。A/B/C全部任务完整验收44/48、44/48、48/48；错误案例27/28、27/28、28/28；ERROR事件35/36、35/36、36/36；数值验收46/48、44/48、48/48。准确率指完整验收成功比例，并非二分类统计中的accuracy。C含用户指定三项0029/0032/0124补跑覆盖，A/B未同样补跑，不能解释为无偏首次尝试对照。当前1.1版未开展新评测。</a:t>
            </a:r>
          </a:p>
          <a:p>
            <a:r>
              <a:t>2026-10-24 第03节核心能力矩阵与机制对比：评级比较公开专项机制，不是性能排名。ReLoop既有模型深度审计为部分支持（initial_code）；独立关系/系数重建未提供；过松/过紧约束检测部分支持（L1诊断与L2缺项检验），不等于有参考可行域双向见证；零新增求解审计模式未提供（禁用验证不计审计）；电力专项知识与跨任务知识卡登记未见提供。本项目各项支持均依赖适用范围、独立依据与项目适配器，不是任意模型正确性证明。右图仅刻画L2参数扰动，L1执行/IIS仍有作用。一般情况下响应不蕴含语义正确，语义正确也不必产生每次扰动响应；这是对Table3和非敏感项的逻辑分析，不是新增实测。来源：https://arxiv.org/html/2602.15983v6 §3.1–3.4、Table3、§6、AppendixI；https://github.com/junbolian/ReLoop/blob/main/reloop/pipeline.py（blob ba645563481137f00e41b1f57d8a585a7f691b3c），verification.py（blob 00cac336ac88053791c6d60a8deb43a5adcb8ffa）；项目报告§2.1–2.5及Skill1.1。未新增任何模型评测或求解，benchmark对象原样保留。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C45BBB-8DB1-46C2-8ACE-9B0B0FEA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400" y="11437600"/>
            <a:ext cx="17107200" cy="4373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AC0A101-C4C4-4631-9E64-FEDCFD728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7600" y="16651800"/>
            <a:ext cx="14968800" cy="336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985AC10-1154-4ABF-B5B3-485E7D90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400" y="12615000"/>
            <a:ext cx="17107200" cy="5046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E2C17F-0901-4F9C-9969-AEBCA114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9304ED0-DADD-4AA6-A4F0-CFFCE395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189783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DB8BC55-017D-4EE2-9856-A8ED5EAB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714F075-A53F-4516-B1BE-07825502A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3273E5-C5FF-4458-9E54-F51DD750CB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3602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3665C48-0302-4D92-812E-9AE6B8D2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1676314-C31E-4259-A837-D623F9DF9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w13-step-0">
            <a:extLst>
              <a:ext uri="{FF2B5EF4-FFF2-40B4-BE49-F238E27FC236}">
                <a16:creationId xmlns:a16="http://schemas.microsoft.com/office/drawing/2014/main" id="{298780FD-AD57-915A-5673-CCC2A7417FA9}"/>
              </a:ext>
            </a:extLst>
          </p:cNvPr>
          <p:cNvSpPr>
            <a:spLocks noGrp="1"/>
          </p:cNvSpPr>
          <p:nvPr/>
        </p:nvSpPr>
        <p:spPr>
          <a:xfrm>
            <a:off x="10668000" y="23355300"/>
            <a:ext cx="10115550" cy="6515100"/>
          </a:xfrm>
          <a:custGeom>
            <a:avLst/>
            <a:gdLst>
              <a:gd name="csX0" fmla="*/ 0 w 10115550"/>
              <a:gd name="csY0" fmla="*/ 262363 h 6515100"/>
              <a:gd name="csX1" fmla="*/ 262363 w 10115550"/>
              <a:gd name="csY1" fmla="*/ 0 h 6515100"/>
              <a:gd name="csX2" fmla="*/ 947422 w 10115550"/>
              <a:gd name="csY2" fmla="*/ 0 h 6515100"/>
              <a:gd name="csX3" fmla="*/ 1632481 w 10115550"/>
              <a:gd name="csY3" fmla="*/ 0 h 6515100"/>
              <a:gd name="csX4" fmla="*/ 2413448 w 10115550"/>
              <a:gd name="csY4" fmla="*/ 0 h 6515100"/>
              <a:gd name="csX5" fmla="*/ 3290323 w 10115550"/>
              <a:gd name="csY5" fmla="*/ 0 h 6515100"/>
              <a:gd name="csX6" fmla="*/ 4071290 w 10115550"/>
              <a:gd name="csY6" fmla="*/ 0 h 6515100"/>
              <a:gd name="csX7" fmla="*/ 4948166 w 10115550"/>
              <a:gd name="csY7" fmla="*/ 0 h 6515100"/>
              <a:gd name="csX8" fmla="*/ 5729133 w 10115550"/>
              <a:gd name="csY8" fmla="*/ 0 h 6515100"/>
              <a:gd name="csX9" fmla="*/ 6222375 w 10115550"/>
              <a:gd name="csY9" fmla="*/ 0 h 6515100"/>
              <a:gd name="csX10" fmla="*/ 7003342 w 10115550"/>
              <a:gd name="csY10" fmla="*/ 0 h 6515100"/>
              <a:gd name="csX11" fmla="*/ 7592493 w 10115550"/>
              <a:gd name="csY11" fmla="*/ 0 h 6515100"/>
              <a:gd name="csX12" fmla="*/ 8085735 w 10115550"/>
              <a:gd name="csY12" fmla="*/ 0 h 6515100"/>
              <a:gd name="csX13" fmla="*/ 8483069 w 10115550"/>
              <a:gd name="csY13" fmla="*/ 0 h 6515100"/>
              <a:gd name="csX14" fmla="*/ 8976312 w 10115550"/>
              <a:gd name="csY14" fmla="*/ 0 h 6515100"/>
              <a:gd name="csX15" fmla="*/ 9853187 w 10115550"/>
              <a:gd name="csY15" fmla="*/ 0 h 6515100"/>
              <a:gd name="csX16" fmla="*/ 10115550 w 10115550"/>
              <a:gd name="csY16" fmla="*/ 262363 h 6515100"/>
              <a:gd name="csX17" fmla="*/ 10115550 w 10115550"/>
              <a:gd name="csY17" fmla="*/ 1047768 h 6515100"/>
              <a:gd name="csX18" fmla="*/ 10115550 w 10115550"/>
              <a:gd name="csY18" fmla="*/ 1833172 h 6515100"/>
              <a:gd name="csX19" fmla="*/ 10115550 w 10115550"/>
              <a:gd name="csY19" fmla="*/ 2378962 h 6515100"/>
              <a:gd name="csX20" fmla="*/ 10115550 w 10115550"/>
              <a:gd name="csY20" fmla="*/ 3164366 h 6515100"/>
              <a:gd name="csX21" fmla="*/ 10115550 w 10115550"/>
              <a:gd name="csY21" fmla="*/ 3710156 h 6515100"/>
              <a:gd name="csX22" fmla="*/ 10115550 w 10115550"/>
              <a:gd name="csY22" fmla="*/ 4435657 h 6515100"/>
              <a:gd name="csX23" fmla="*/ 10115550 w 10115550"/>
              <a:gd name="csY23" fmla="*/ 5221061 h 6515100"/>
              <a:gd name="csX24" fmla="*/ 10115550 w 10115550"/>
              <a:gd name="csY24" fmla="*/ 6252737 h 6515100"/>
              <a:gd name="csX25" fmla="*/ 9853187 w 10115550"/>
              <a:gd name="csY25" fmla="*/ 6515100 h 6515100"/>
              <a:gd name="csX26" fmla="*/ 9264036 w 10115550"/>
              <a:gd name="csY26" fmla="*/ 6515100 h 6515100"/>
              <a:gd name="csX27" fmla="*/ 8578978 w 10115550"/>
              <a:gd name="csY27" fmla="*/ 6515100 h 6515100"/>
              <a:gd name="csX28" fmla="*/ 7989827 w 10115550"/>
              <a:gd name="csY28" fmla="*/ 6515100 h 6515100"/>
              <a:gd name="csX29" fmla="*/ 7400676 w 10115550"/>
              <a:gd name="csY29" fmla="*/ 6515100 h 6515100"/>
              <a:gd name="csX30" fmla="*/ 6811526 w 10115550"/>
              <a:gd name="csY30" fmla="*/ 6515100 h 6515100"/>
              <a:gd name="csX31" fmla="*/ 6414192 w 10115550"/>
              <a:gd name="csY31" fmla="*/ 6515100 h 6515100"/>
              <a:gd name="csX32" fmla="*/ 5537316 w 10115550"/>
              <a:gd name="csY32" fmla="*/ 6515100 h 6515100"/>
              <a:gd name="csX33" fmla="*/ 4660441 w 10115550"/>
              <a:gd name="csY33" fmla="*/ 6515100 h 6515100"/>
              <a:gd name="csX34" fmla="*/ 4263107 w 10115550"/>
              <a:gd name="csY34" fmla="*/ 6515100 h 6515100"/>
              <a:gd name="csX35" fmla="*/ 3769864 w 10115550"/>
              <a:gd name="csY35" fmla="*/ 6515100 h 6515100"/>
              <a:gd name="csX36" fmla="*/ 3084805 w 10115550"/>
              <a:gd name="csY36" fmla="*/ 6515100 h 6515100"/>
              <a:gd name="csX37" fmla="*/ 2303838 w 10115550"/>
              <a:gd name="csY37" fmla="*/ 6515100 h 6515100"/>
              <a:gd name="csX38" fmla="*/ 1714688 w 10115550"/>
              <a:gd name="csY38" fmla="*/ 6515100 h 6515100"/>
              <a:gd name="csX39" fmla="*/ 1221445 w 10115550"/>
              <a:gd name="csY39" fmla="*/ 6515100 h 6515100"/>
              <a:gd name="csX40" fmla="*/ 262363 w 10115550"/>
              <a:gd name="csY40" fmla="*/ 6515100 h 6515100"/>
              <a:gd name="csX41" fmla="*/ 0 w 10115550"/>
              <a:gd name="csY41" fmla="*/ 6252737 h 6515100"/>
              <a:gd name="csX42" fmla="*/ 0 w 10115550"/>
              <a:gd name="csY42" fmla="*/ 5766851 h 6515100"/>
              <a:gd name="csX43" fmla="*/ 0 w 10115550"/>
              <a:gd name="csY43" fmla="*/ 5101254 h 6515100"/>
              <a:gd name="csX44" fmla="*/ 0 w 10115550"/>
              <a:gd name="csY44" fmla="*/ 4555464 h 6515100"/>
              <a:gd name="csX45" fmla="*/ 0 w 10115550"/>
              <a:gd name="csY45" fmla="*/ 3770060 h 6515100"/>
              <a:gd name="csX46" fmla="*/ 0 w 10115550"/>
              <a:gd name="csY46" fmla="*/ 3284174 h 6515100"/>
              <a:gd name="csX47" fmla="*/ 0 w 10115550"/>
              <a:gd name="csY47" fmla="*/ 2798288 h 6515100"/>
              <a:gd name="csX48" fmla="*/ 0 w 10115550"/>
              <a:gd name="csY48" fmla="*/ 2192595 h 6515100"/>
              <a:gd name="csX49" fmla="*/ 0 w 10115550"/>
              <a:gd name="csY49" fmla="*/ 1526998 h 6515100"/>
              <a:gd name="csX50" fmla="*/ 0 w 10115550"/>
              <a:gd name="csY50" fmla="*/ 262363 h 6515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115550" h="6515100" fill="none" extrusionOk="0">
                <a:moveTo>
                  <a:pt x="0" y="262363"/>
                </a:moveTo>
                <a:cubicBezTo>
                  <a:pt x="6497" y="92314"/>
                  <a:pt x="118384" y="-3457"/>
                  <a:pt x="262363" y="0"/>
                </a:cubicBezTo>
                <a:cubicBezTo>
                  <a:pt x="517160" y="7082"/>
                  <a:pt x="619048" y="-3170"/>
                  <a:pt x="947422" y="0"/>
                </a:cubicBezTo>
                <a:cubicBezTo>
                  <a:pt x="1275796" y="3170"/>
                  <a:pt x="1469146" y="-14003"/>
                  <a:pt x="1632481" y="0"/>
                </a:cubicBezTo>
                <a:cubicBezTo>
                  <a:pt x="1795816" y="14003"/>
                  <a:pt x="2142346" y="-17991"/>
                  <a:pt x="2413448" y="0"/>
                </a:cubicBezTo>
                <a:cubicBezTo>
                  <a:pt x="2684550" y="17991"/>
                  <a:pt x="3022640" y="-20569"/>
                  <a:pt x="3290323" y="0"/>
                </a:cubicBezTo>
                <a:cubicBezTo>
                  <a:pt x="3558007" y="20569"/>
                  <a:pt x="3722829" y="-19473"/>
                  <a:pt x="4071290" y="0"/>
                </a:cubicBezTo>
                <a:cubicBezTo>
                  <a:pt x="4419751" y="19473"/>
                  <a:pt x="4544586" y="11639"/>
                  <a:pt x="4948166" y="0"/>
                </a:cubicBezTo>
                <a:cubicBezTo>
                  <a:pt x="5351746" y="-11639"/>
                  <a:pt x="5554060" y="36822"/>
                  <a:pt x="5729133" y="0"/>
                </a:cubicBezTo>
                <a:cubicBezTo>
                  <a:pt x="5904206" y="-36822"/>
                  <a:pt x="6028852" y="21569"/>
                  <a:pt x="6222375" y="0"/>
                </a:cubicBezTo>
                <a:cubicBezTo>
                  <a:pt x="6415898" y="-21569"/>
                  <a:pt x="6778504" y="7279"/>
                  <a:pt x="7003342" y="0"/>
                </a:cubicBezTo>
                <a:cubicBezTo>
                  <a:pt x="7228180" y="-7279"/>
                  <a:pt x="7343094" y="19881"/>
                  <a:pt x="7592493" y="0"/>
                </a:cubicBezTo>
                <a:cubicBezTo>
                  <a:pt x="7841892" y="-19881"/>
                  <a:pt x="7975637" y="5148"/>
                  <a:pt x="8085735" y="0"/>
                </a:cubicBezTo>
                <a:cubicBezTo>
                  <a:pt x="8195833" y="-5148"/>
                  <a:pt x="8364364" y="-7215"/>
                  <a:pt x="8483069" y="0"/>
                </a:cubicBezTo>
                <a:cubicBezTo>
                  <a:pt x="8601774" y="7215"/>
                  <a:pt x="8852664" y="9065"/>
                  <a:pt x="8976312" y="0"/>
                </a:cubicBezTo>
                <a:cubicBezTo>
                  <a:pt x="9099960" y="-9065"/>
                  <a:pt x="9450545" y="9509"/>
                  <a:pt x="9853187" y="0"/>
                </a:cubicBezTo>
                <a:cubicBezTo>
                  <a:pt x="10019432" y="-14702"/>
                  <a:pt x="10123436" y="110793"/>
                  <a:pt x="10115550" y="262363"/>
                </a:cubicBezTo>
                <a:cubicBezTo>
                  <a:pt x="10087501" y="486423"/>
                  <a:pt x="10142867" y="671640"/>
                  <a:pt x="10115550" y="1047768"/>
                </a:cubicBezTo>
                <a:cubicBezTo>
                  <a:pt x="10088233" y="1423896"/>
                  <a:pt x="10127131" y="1613477"/>
                  <a:pt x="10115550" y="1833172"/>
                </a:cubicBezTo>
                <a:cubicBezTo>
                  <a:pt x="10103969" y="2052867"/>
                  <a:pt x="10112922" y="2189940"/>
                  <a:pt x="10115550" y="2378962"/>
                </a:cubicBezTo>
                <a:cubicBezTo>
                  <a:pt x="10118179" y="2567984"/>
                  <a:pt x="10139840" y="2916804"/>
                  <a:pt x="10115550" y="3164366"/>
                </a:cubicBezTo>
                <a:cubicBezTo>
                  <a:pt x="10091260" y="3411928"/>
                  <a:pt x="10133410" y="3548166"/>
                  <a:pt x="10115550" y="3710156"/>
                </a:cubicBezTo>
                <a:cubicBezTo>
                  <a:pt x="10097691" y="3872146"/>
                  <a:pt x="10137277" y="4182659"/>
                  <a:pt x="10115550" y="4435657"/>
                </a:cubicBezTo>
                <a:cubicBezTo>
                  <a:pt x="10093823" y="4688655"/>
                  <a:pt x="10118154" y="4968478"/>
                  <a:pt x="10115550" y="5221061"/>
                </a:cubicBezTo>
                <a:cubicBezTo>
                  <a:pt x="10112946" y="5473644"/>
                  <a:pt x="10142305" y="5888561"/>
                  <a:pt x="10115550" y="6252737"/>
                </a:cubicBezTo>
                <a:cubicBezTo>
                  <a:pt x="10116750" y="6412967"/>
                  <a:pt x="9993939" y="6513542"/>
                  <a:pt x="9853187" y="6515100"/>
                </a:cubicBezTo>
                <a:cubicBezTo>
                  <a:pt x="9727130" y="6505815"/>
                  <a:pt x="9548712" y="6512029"/>
                  <a:pt x="9264036" y="6515100"/>
                </a:cubicBezTo>
                <a:cubicBezTo>
                  <a:pt x="8979360" y="6518171"/>
                  <a:pt x="8795989" y="6543849"/>
                  <a:pt x="8578978" y="6515100"/>
                </a:cubicBezTo>
                <a:cubicBezTo>
                  <a:pt x="8361967" y="6486351"/>
                  <a:pt x="8119390" y="6496103"/>
                  <a:pt x="7989827" y="6515100"/>
                </a:cubicBezTo>
                <a:cubicBezTo>
                  <a:pt x="7860264" y="6534097"/>
                  <a:pt x="7692038" y="6491524"/>
                  <a:pt x="7400676" y="6515100"/>
                </a:cubicBezTo>
                <a:cubicBezTo>
                  <a:pt x="7109314" y="6538676"/>
                  <a:pt x="7062665" y="6486950"/>
                  <a:pt x="6811526" y="6515100"/>
                </a:cubicBezTo>
                <a:cubicBezTo>
                  <a:pt x="6560387" y="6543251"/>
                  <a:pt x="6543787" y="6520083"/>
                  <a:pt x="6414192" y="6515100"/>
                </a:cubicBezTo>
                <a:cubicBezTo>
                  <a:pt x="6284597" y="6510117"/>
                  <a:pt x="5822323" y="6501167"/>
                  <a:pt x="5537316" y="6515100"/>
                </a:cubicBezTo>
                <a:cubicBezTo>
                  <a:pt x="5252309" y="6529033"/>
                  <a:pt x="4916274" y="6555988"/>
                  <a:pt x="4660441" y="6515100"/>
                </a:cubicBezTo>
                <a:cubicBezTo>
                  <a:pt x="4404608" y="6474212"/>
                  <a:pt x="4396554" y="6525167"/>
                  <a:pt x="4263107" y="6515100"/>
                </a:cubicBezTo>
                <a:cubicBezTo>
                  <a:pt x="4129660" y="6505033"/>
                  <a:pt x="4012112" y="6499057"/>
                  <a:pt x="3769864" y="6515100"/>
                </a:cubicBezTo>
                <a:cubicBezTo>
                  <a:pt x="3527616" y="6531143"/>
                  <a:pt x="3403972" y="6523624"/>
                  <a:pt x="3084805" y="6515100"/>
                </a:cubicBezTo>
                <a:cubicBezTo>
                  <a:pt x="2765638" y="6506576"/>
                  <a:pt x="2536717" y="6496084"/>
                  <a:pt x="2303838" y="6515100"/>
                </a:cubicBezTo>
                <a:cubicBezTo>
                  <a:pt x="2070959" y="6534116"/>
                  <a:pt x="1867786" y="6493634"/>
                  <a:pt x="1714688" y="6515100"/>
                </a:cubicBezTo>
                <a:cubicBezTo>
                  <a:pt x="1561590" y="6536567"/>
                  <a:pt x="1447115" y="6505874"/>
                  <a:pt x="1221445" y="6515100"/>
                </a:cubicBezTo>
                <a:cubicBezTo>
                  <a:pt x="995775" y="6524326"/>
                  <a:pt x="635465" y="6472769"/>
                  <a:pt x="262363" y="6515100"/>
                </a:cubicBezTo>
                <a:cubicBezTo>
                  <a:pt x="122684" y="6532779"/>
                  <a:pt x="30611" y="6396514"/>
                  <a:pt x="0" y="6252737"/>
                </a:cubicBezTo>
                <a:cubicBezTo>
                  <a:pt x="1413" y="6025123"/>
                  <a:pt x="-14908" y="5987466"/>
                  <a:pt x="0" y="5766851"/>
                </a:cubicBezTo>
                <a:cubicBezTo>
                  <a:pt x="14908" y="5546236"/>
                  <a:pt x="14080" y="5419896"/>
                  <a:pt x="0" y="5101254"/>
                </a:cubicBezTo>
                <a:cubicBezTo>
                  <a:pt x="-14080" y="4782612"/>
                  <a:pt x="-11016" y="4679247"/>
                  <a:pt x="0" y="4555464"/>
                </a:cubicBezTo>
                <a:cubicBezTo>
                  <a:pt x="11016" y="4431681"/>
                  <a:pt x="498" y="4159221"/>
                  <a:pt x="0" y="3770060"/>
                </a:cubicBezTo>
                <a:cubicBezTo>
                  <a:pt x="-498" y="3380899"/>
                  <a:pt x="19848" y="3410683"/>
                  <a:pt x="0" y="3284174"/>
                </a:cubicBezTo>
                <a:cubicBezTo>
                  <a:pt x="-19848" y="3157665"/>
                  <a:pt x="-20294" y="3040433"/>
                  <a:pt x="0" y="2798288"/>
                </a:cubicBezTo>
                <a:cubicBezTo>
                  <a:pt x="20294" y="2556143"/>
                  <a:pt x="-6460" y="2328036"/>
                  <a:pt x="0" y="2192595"/>
                </a:cubicBezTo>
                <a:cubicBezTo>
                  <a:pt x="6460" y="2057154"/>
                  <a:pt x="12969" y="1792201"/>
                  <a:pt x="0" y="1526998"/>
                </a:cubicBezTo>
                <a:cubicBezTo>
                  <a:pt x="-12969" y="1261795"/>
                  <a:pt x="-41253" y="687787"/>
                  <a:pt x="0" y="262363"/>
                </a:cubicBezTo>
                <a:close/>
              </a:path>
              <a:path w="10115550" h="6515100" stroke="0" extrusionOk="0">
                <a:moveTo>
                  <a:pt x="0" y="262363"/>
                </a:moveTo>
                <a:cubicBezTo>
                  <a:pt x="-12298" y="109878"/>
                  <a:pt x="107933" y="3577"/>
                  <a:pt x="262363" y="0"/>
                </a:cubicBezTo>
                <a:cubicBezTo>
                  <a:pt x="469304" y="-37113"/>
                  <a:pt x="703365" y="-11970"/>
                  <a:pt x="1139238" y="0"/>
                </a:cubicBezTo>
                <a:cubicBezTo>
                  <a:pt x="1575111" y="11970"/>
                  <a:pt x="1451304" y="-12074"/>
                  <a:pt x="1728389" y="0"/>
                </a:cubicBezTo>
                <a:cubicBezTo>
                  <a:pt x="2005474" y="12074"/>
                  <a:pt x="2010724" y="6534"/>
                  <a:pt x="2221631" y="0"/>
                </a:cubicBezTo>
                <a:cubicBezTo>
                  <a:pt x="2432538" y="-6534"/>
                  <a:pt x="2762475" y="25654"/>
                  <a:pt x="3002598" y="0"/>
                </a:cubicBezTo>
                <a:cubicBezTo>
                  <a:pt x="3242721" y="-25654"/>
                  <a:pt x="3403398" y="-21438"/>
                  <a:pt x="3591749" y="0"/>
                </a:cubicBezTo>
                <a:cubicBezTo>
                  <a:pt x="3780100" y="21438"/>
                  <a:pt x="4242930" y="25398"/>
                  <a:pt x="4468624" y="0"/>
                </a:cubicBezTo>
                <a:cubicBezTo>
                  <a:pt x="4694318" y="-25398"/>
                  <a:pt x="4852028" y="12061"/>
                  <a:pt x="4961867" y="0"/>
                </a:cubicBezTo>
                <a:cubicBezTo>
                  <a:pt x="5071706" y="-12061"/>
                  <a:pt x="5592826" y="3763"/>
                  <a:pt x="5838742" y="0"/>
                </a:cubicBezTo>
                <a:cubicBezTo>
                  <a:pt x="6084658" y="-3763"/>
                  <a:pt x="6046964" y="12993"/>
                  <a:pt x="6236076" y="0"/>
                </a:cubicBezTo>
                <a:cubicBezTo>
                  <a:pt x="6425188" y="-12993"/>
                  <a:pt x="6775980" y="-28765"/>
                  <a:pt x="6921135" y="0"/>
                </a:cubicBezTo>
                <a:cubicBezTo>
                  <a:pt x="7066290" y="28765"/>
                  <a:pt x="7412343" y="-27424"/>
                  <a:pt x="7606194" y="0"/>
                </a:cubicBezTo>
                <a:cubicBezTo>
                  <a:pt x="7800045" y="27424"/>
                  <a:pt x="8050773" y="19581"/>
                  <a:pt x="8195345" y="0"/>
                </a:cubicBezTo>
                <a:cubicBezTo>
                  <a:pt x="8339917" y="-19581"/>
                  <a:pt x="8662782" y="-13892"/>
                  <a:pt x="9072220" y="0"/>
                </a:cubicBezTo>
                <a:cubicBezTo>
                  <a:pt x="9481659" y="13892"/>
                  <a:pt x="9593900" y="33269"/>
                  <a:pt x="9853187" y="0"/>
                </a:cubicBezTo>
                <a:cubicBezTo>
                  <a:pt x="9962949" y="5770"/>
                  <a:pt x="10097388" y="104932"/>
                  <a:pt x="10115550" y="262363"/>
                </a:cubicBezTo>
                <a:cubicBezTo>
                  <a:pt x="10094681" y="592253"/>
                  <a:pt x="10133235" y="680909"/>
                  <a:pt x="10115550" y="987864"/>
                </a:cubicBezTo>
                <a:cubicBezTo>
                  <a:pt x="10097865" y="1294819"/>
                  <a:pt x="10145459" y="1516136"/>
                  <a:pt x="10115550" y="1653461"/>
                </a:cubicBezTo>
                <a:cubicBezTo>
                  <a:pt x="10085641" y="1790786"/>
                  <a:pt x="10134293" y="1913581"/>
                  <a:pt x="10115550" y="2139347"/>
                </a:cubicBezTo>
                <a:cubicBezTo>
                  <a:pt x="10096807" y="2365113"/>
                  <a:pt x="10119017" y="2520989"/>
                  <a:pt x="10115550" y="2685136"/>
                </a:cubicBezTo>
                <a:cubicBezTo>
                  <a:pt x="10112083" y="2849283"/>
                  <a:pt x="10123854" y="3080172"/>
                  <a:pt x="10115550" y="3470541"/>
                </a:cubicBezTo>
                <a:cubicBezTo>
                  <a:pt x="10107246" y="3860910"/>
                  <a:pt x="10104374" y="3959374"/>
                  <a:pt x="10115550" y="4136138"/>
                </a:cubicBezTo>
                <a:cubicBezTo>
                  <a:pt x="10126726" y="4312902"/>
                  <a:pt x="10135793" y="4490972"/>
                  <a:pt x="10115550" y="4681928"/>
                </a:cubicBezTo>
                <a:cubicBezTo>
                  <a:pt x="10095308" y="4872884"/>
                  <a:pt x="10142590" y="5162659"/>
                  <a:pt x="10115550" y="5347525"/>
                </a:cubicBezTo>
                <a:cubicBezTo>
                  <a:pt x="10088510" y="5532391"/>
                  <a:pt x="10079878" y="5884090"/>
                  <a:pt x="10115550" y="6252737"/>
                </a:cubicBezTo>
                <a:cubicBezTo>
                  <a:pt x="10117625" y="6391254"/>
                  <a:pt x="10011348" y="6529439"/>
                  <a:pt x="9853187" y="6515100"/>
                </a:cubicBezTo>
                <a:cubicBezTo>
                  <a:pt x="9525649" y="6476957"/>
                  <a:pt x="9345055" y="6497675"/>
                  <a:pt x="8976312" y="6515100"/>
                </a:cubicBezTo>
                <a:cubicBezTo>
                  <a:pt x="8607570" y="6532525"/>
                  <a:pt x="8393946" y="6533758"/>
                  <a:pt x="8195345" y="6515100"/>
                </a:cubicBezTo>
                <a:cubicBezTo>
                  <a:pt x="7996744" y="6496442"/>
                  <a:pt x="7948491" y="6506262"/>
                  <a:pt x="7702102" y="6515100"/>
                </a:cubicBezTo>
                <a:cubicBezTo>
                  <a:pt x="7455713" y="6523938"/>
                  <a:pt x="7305453" y="6537196"/>
                  <a:pt x="6921135" y="6515100"/>
                </a:cubicBezTo>
                <a:cubicBezTo>
                  <a:pt x="6536817" y="6493004"/>
                  <a:pt x="6629878" y="6500118"/>
                  <a:pt x="6523801" y="6515100"/>
                </a:cubicBezTo>
                <a:cubicBezTo>
                  <a:pt x="6417724" y="6530082"/>
                  <a:pt x="6052118" y="6553033"/>
                  <a:pt x="5742834" y="6515100"/>
                </a:cubicBezTo>
                <a:cubicBezTo>
                  <a:pt x="5433550" y="6477167"/>
                  <a:pt x="5448230" y="6506173"/>
                  <a:pt x="5249591" y="6515100"/>
                </a:cubicBezTo>
                <a:cubicBezTo>
                  <a:pt x="5050952" y="6524027"/>
                  <a:pt x="4993713" y="6500434"/>
                  <a:pt x="4852257" y="6515100"/>
                </a:cubicBezTo>
                <a:cubicBezTo>
                  <a:pt x="4710801" y="6529766"/>
                  <a:pt x="4546937" y="6513694"/>
                  <a:pt x="4359015" y="6515100"/>
                </a:cubicBezTo>
                <a:cubicBezTo>
                  <a:pt x="4171093" y="6516506"/>
                  <a:pt x="3884166" y="6536945"/>
                  <a:pt x="3578048" y="6515100"/>
                </a:cubicBezTo>
                <a:cubicBezTo>
                  <a:pt x="3271930" y="6493255"/>
                  <a:pt x="3272218" y="6521073"/>
                  <a:pt x="3084805" y="6515100"/>
                </a:cubicBezTo>
                <a:cubicBezTo>
                  <a:pt x="2897392" y="6509127"/>
                  <a:pt x="2767496" y="6500015"/>
                  <a:pt x="2687471" y="6515100"/>
                </a:cubicBezTo>
                <a:cubicBezTo>
                  <a:pt x="2607446" y="6530185"/>
                  <a:pt x="2334819" y="6511362"/>
                  <a:pt x="2194229" y="6515100"/>
                </a:cubicBezTo>
                <a:cubicBezTo>
                  <a:pt x="2053639" y="6518838"/>
                  <a:pt x="1728420" y="6507124"/>
                  <a:pt x="1605078" y="6515100"/>
                </a:cubicBezTo>
                <a:cubicBezTo>
                  <a:pt x="1481736" y="6523076"/>
                  <a:pt x="1176591" y="6515162"/>
                  <a:pt x="920020" y="6515100"/>
                </a:cubicBezTo>
                <a:cubicBezTo>
                  <a:pt x="663449" y="6515038"/>
                  <a:pt x="399325" y="6531429"/>
                  <a:pt x="262363" y="6515100"/>
                </a:cubicBezTo>
                <a:cubicBezTo>
                  <a:pt x="122783" y="6528772"/>
                  <a:pt x="22726" y="6408208"/>
                  <a:pt x="0" y="6252737"/>
                </a:cubicBezTo>
                <a:cubicBezTo>
                  <a:pt x="-25003" y="5949002"/>
                  <a:pt x="28887" y="5836552"/>
                  <a:pt x="0" y="5587140"/>
                </a:cubicBezTo>
                <a:cubicBezTo>
                  <a:pt x="-28887" y="5337728"/>
                  <a:pt x="-21700" y="5221550"/>
                  <a:pt x="0" y="4861639"/>
                </a:cubicBezTo>
                <a:cubicBezTo>
                  <a:pt x="21700" y="4501728"/>
                  <a:pt x="10035" y="4424300"/>
                  <a:pt x="0" y="4255946"/>
                </a:cubicBezTo>
                <a:cubicBezTo>
                  <a:pt x="-10035" y="4087592"/>
                  <a:pt x="-8924" y="3860516"/>
                  <a:pt x="0" y="3530445"/>
                </a:cubicBezTo>
                <a:cubicBezTo>
                  <a:pt x="8924" y="3200374"/>
                  <a:pt x="24048" y="3255100"/>
                  <a:pt x="0" y="2984655"/>
                </a:cubicBezTo>
                <a:cubicBezTo>
                  <a:pt x="-24048" y="2714210"/>
                  <a:pt x="11685" y="2609736"/>
                  <a:pt x="0" y="2319058"/>
                </a:cubicBezTo>
                <a:cubicBezTo>
                  <a:pt x="-11685" y="2028380"/>
                  <a:pt x="7832" y="1948501"/>
                  <a:pt x="0" y="1833172"/>
                </a:cubicBezTo>
                <a:cubicBezTo>
                  <a:pt x="-7832" y="1717843"/>
                  <a:pt x="-27706" y="1302493"/>
                  <a:pt x="0" y="1047768"/>
                </a:cubicBezTo>
                <a:cubicBezTo>
                  <a:pt x="27706" y="793043"/>
                  <a:pt x="-34235" y="601381"/>
                  <a:pt x="0" y="262363"/>
                </a:cubicBezTo>
                <a:close/>
              </a:path>
            </a:pathLst>
          </a:custGeom>
          <a:solidFill>
            <a:srgbClr val="F3F8EE"/>
          </a:solidFill>
          <a:ln w="34925">
            <a:solidFill>
              <a:srgbClr val="6D748E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2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</p:sp>
      <p:sp>
        <p:nvSpPr>
          <p:cNvPr id="29" name="fw13-step-0">
            <a:extLst>
              <a:ext uri="{FF2B5EF4-FFF2-40B4-BE49-F238E27FC236}">
                <a16:creationId xmlns:a16="http://schemas.microsoft.com/office/drawing/2014/main" id="{539D869D-C07C-2EDA-B6E6-F52D5E2727DB}"/>
              </a:ext>
            </a:extLst>
          </p:cNvPr>
          <p:cNvSpPr>
            <a:spLocks noGrp="1"/>
          </p:cNvSpPr>
          <p:nvPr/>
        </p:nvSpPr>
        <p:spPr>
          <a:xfrm>
            <a:off x="342900" y="23355300"/>
            <a:ext cx="10210800" cy="6515100"/>
          </a:xfrm>
          <a:custGeom>
            <a:avLst/>
            <a:gdLst>
              <a:gd name="csX0" fmla="*/ 0 w 10210800"/>
              <a:gd name="csY0" fmla="*/ 262363 h 6515100"/>
              <a:gd name="csX1" fmla="*/ 262363 w 10210800"/>
              <a:gd name="csY1" fmla="*/ 0 h 6515100"/>
              <a:gd name="csX2" fmla="*/ 954225 w 10210800"/>
              <a:gd name="csY2" fmla="*/ 0 h 6515100"/>
              <a:gd name="csX3" fmla="*/ 1646088 w 10210800"/>
              <a:gd name="csY3" fmla="*/ 0 h 6515100"/>
              <a:gd name="csX4" fmla="*/ 2434811 w 10210800"/>
              <a:gd name="csY4" fmla="*/ 0 h 6515100"/>
              <a:gd name="csX5" fmla="*/ 3320395 w 10210800"/>
              <a:gd name="csY5" fmla="*/ 0 h 6515100"/>
              <a:gd name="csX6" fmla="*/ 4109118 w 10210800"/>
              <a:gd name="csY6" fmla="*/ 0 h 6515100"/>
              <a:gd name="csX7" fmla="*/ 4994702 w 10210800"/>
              <a:gd name="csY7" fmla="*/ 0 h 6515100"/>
              <a:gd name="csX8" fmla="*/ 5783425 w 10210800"/>
              <a:gd name="csY8" fmla="*/ 0 h 6515100"/>
              <a:gd name="csX9" fmla="*/ 6281566 w 10210800"/>
              <a:gd name="csY9" fmla="*/ 0 h 6515100"/>
              <a:gd name="csX10" fmla="*/ 7070289 w 10210800"/>
              <a:gd name="csY10" fmla="*/ 0 h 6515100"/>
              <a:gd name="csX11" fmla="*/ 7665291 w 10210800"/>
              <a:gd name="csY11" fmla="*/ 0 h 6515100"/>
              <a:gd name="csX12" fmla="*/ 8163432 w 10210800"/>
              <a:gd name="csY12" fmla="*/ 0 h 6515100"/>
              <a:gd name="csX13" fmla="*/ 8564712 w 10210800"/>
              <a:gd name="csY13" fmla="*/ 0 h 6515100"/>
              <a:gd name="csX14" fmla="*/ 9062853 w 10210800"/>
              <a:gd name="csY14" fmla="*/ 0 h 6515100"/>
              <a:gd name="csX15" fmla="*/ 9948437 w 10210800"/>
              <a:gd name="csY15" fmla="*/ 0 h 6515100"/>
              <a:gd name="csX16" fmla="*/ 10210800 w 10210800"/>
              <a:gd name="csY16" fmla="*/ 262363 h 6515100"/>
              <a:gd name="csX17" fmla="*/ 10210800 w 10210800"/>
              <a:gd name="csY17" fmla="*/ 1047768 h 6515100"/>
              <a:gd name="csX18" fmla="*/ 10210800 w 10210800"/>
              <a:gd name="csY18" fmla="*/ 1833172 h 6515100"/>
              <a:gd name="csX19" fmla="*/ 10210800 w 10210800"/>
              <a:gd name="csY19" fmla="*/ 2378962 h 6515100"/>
              <a:gd name="csX20" fmla="*/ 10210800 w 10210800"/>
              <a:gd name="csY20" fmla="*/ 3164366 h 6515100"/>
              <a:gd name="csX21" fmla="*/ 10210800 w 10210800"/>
              <a:gd name="csY21" fmla="*/ 3710156 h 6515100"/>
              <a:gd name="csX22" fmla="*/ 10210800 w 10210800"/>
              <a:gd name="csY22" fmla="*/ 4435657 h 6515100"/>
              <a:gd name="csX23" fmla="*/ 10210800 w 10210800"/>
              <a:gd name="csY23" fmla="*/ 5221061 h 6515100"/>
              <a:gd name="csX24" fmla="*/ 10210800 w 10210800"/>
              <a:gd name="csY24" fmla="*/ 6252737 h 6515100"/>
              <a:gd name="csX25" fmla="*/ 9948437 w 10210800"/>
              <a:gd name="csY25" fmla="*/ 6515100 h 6515100"/>
              <a:gd name="csX26" fmla="*/ 9353435 w 10210800"/>
              <a:gd name="csY26" fmla="*/ 6515100 h 6515100"/>
              <a:gd name="csX27" fmla="*/ 8661573 w 10210800"/>
              <a:gd name="csY27" fmla="*/ 6515100 h 6515100"/>
              <a:gd name="csX28" fmla="*/ 8066571 w 10210800"/>
              <a:gd name="csY28" fmla="*/ 6515100 h 6515100"/>
              <a:gd name="csX29" fmla="*/ 7471570 w 10210800"/>
              <a:gd name="csY29" fmla="*/ 6515100 h 6515100"/>
              <a:gd name="csX30" fmla="*/ 6876568 w 10210800"/>
              <a:gd name="csY30" fmla="*/ 6515100 h 6515100"/>
              <a:gd name="csX31" fmla="*/ 6475288 w 10210800"/>
              <a:gd name="csY31" fmla="*/ 6515100 h 6515100"/>
              <a:gd name="csX32" fmla="*/ 5589704 w 10210800"/>
              <a:gd name="csY32" fmla="*/ 6515100 h 6515100"/>
              <a:gd name="csX33" fmla="*/ 4704120 w 10210800"/>
              <a:gd name="csY33" fmla="*/ 6515100 h 6515100"/>
              <a:gd name="csX34" fmla="*/ 4302840 w 10210800"/>
              <a:gd name="csY34" fmla="*/ 6515100 h 6515100"/>
              <a:gd name="csX35" fmla="*/ 3804699 w 10210800"/>
              <a:gd name="csY35" fmla="*/ 6515100 h 6515100"/>
              <a:gd name="csX36" fmla="*/ 3112836 w 10210800"/>
              <a:gd name="csY36" fmla="*/ 6515100 h 6515100"/>
              <a:gd name="csX37" fmla="*/ 2324113 w 10210800"/>
              <a:gd name="csY37" fmla="*/ 6515100 h 6515100"/>
              <a:gd name="csX38" fmla="*/ 1729111 w 10210800"/>
              <a:gd name="csY38" fmla="*/ 6515100 h 6515100"/>
              <a:gd name="csX39" fmla="*/ 1230970 w 10210800"/>
              <a:gd name="csY39" fmla="*/ 6515100 h 6515100"/>
              <a:gd name="csX40" fmla="*/ 262363 w 10210800"/>
              <a:gd name="csY40" fmla="*/ 6515100 h 6515100"/>
              <a:gd name="csX41" fmla="*/ 0 w 10210800"/>
              <a:gd name="csY41" fmla="*/ 6252737 h 6515100"/>
              <a:gd name="csX42" fmla="*/ 0 w 10210800"/>
              <a:gd name="csY42" fmla="*/ 5766851 h 6515100"/>
              <a:gd name="csX43" fmla="*/ 0 w 10210800"/>
              <a:gd name="csY43" fmla="*/ 5101254 h 6515100"/>
              <a:gd name="csX44" fmla="*/ 0 w 10210800"/>
              <a:gd name="csY44" fmla="*/ 4555464 h 6515100"/>
              <a:gd name="csX45" fmla="*/ 0 w 10210800"/>
              <a:gd name="csY45" fmla="*/ 3770060 h 6515100"/>
              <a:gd name="csX46" fmla="*/ 0 w 10210800"/>
              <a:gd name="csY46" fmla="*/ 3284174 h 6515100"/>
              <a:gd name="csX47" fmla="*/ 0 w 10210800"/>
              <a:gd name="csY47" fmla="*/ 2798288 h 6515100"/>
              <a:gd name="csX48" fmla="*/ 0 w 10210800"/>
              <a:gd name="csY48" fmla="*/ 2192595 h 6515100"/>
              <a:gd name="csX49" fmla="*/ 0 w 10210800"/>
              <a:gd name="csY49" fmla="*/ 1526998 h 6515100"/>
              <a:gd name="csX50" fmla="*/ 0 w 10210800"/>
              <a:gd name="csY50" fmla="*/ 262363 h 6515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210800" h="6515100" fill="none" extrusionOk="0">
                <a:moveTo>
                  <a:pt x="0" y="262363"/>
                </a:moveTo>
                <a:cubicBezTo>
                  <a:pt x="6497" y="92314"/>
                  <a:pt x="118384" y="-3457"/>
                  <a:pt x="262363" y="0"/>
                </a:cubicBezTo>
                <a:cubicBezTo>
                  <a:pt x="532207" y="-32817"/>
                  <a:pt x="655722" y="-12346"/>
                  <a:pt x="954225" y="0"/>
                </a:cubicBezTo>
                <a:cubicBezTo>
                  <a:pt x="1252728" y="12346"/>
                  <a:pt x="1328239" y="26792"/>
                  <a:pt x="1646088" y="0"/>
                </a:cubicBezTo>
                <a:cubicBezTo>
                  <a:pt x="1963937" y="-26792"/>
                  <a:pt x="2067314" y="14638"/>
                  <a:pt x="2434811" y="0"/>
                </a:cubicBezTo>
                <a:cubicBezTo>
                  <a:pt x="2802308" y="-14638"/>
                  <a:pt x="3004939" y="37920"/>
                  <a:pt x="3320395" y="0"/>
                </a:cubicBezTo>
                <a:cubicBezTo>
                  <a:pt x="3635851" y="-37920"/>
                  <a:pt x="3809970" y="-27297"/>
                  <a:pt x="4109118" y="0"/>
                </a:cubicBezTo>
                <a:cubicBezTo>
                  <a:pt x="4408266" y="27297"/>
                  <a:pt x="4573120" y="40455"/>
                  <a:pt x="4994702" y="0"/>
                </a:cubicBezTo>
                <a:cubicBezTo>
                  <a:pt x="5416284" y="-40455"/>
                  <a:pt x="5418191" y="-30357"/>
                  <a:pt x="5783425" y="0"/>
                </a:cubicBezTo>
                <a:cubicBezTo>
                  <a:pt x="6148659" y="30357"/>
                  <a:pt x="6101635" y="20580"/>
                  <a:pt x="6281566" y="0"/>
                </a:cubicBezTo>
                <a:cubicBezTo>
                  <a:pt x="6461497" y="-20580"/>
                  <a:pt x="6878282" y="38782"/>
                  <a:pt x="7070289" y="0"/>
                </a:cubicBezTo>
                <a:cubicBezTo>
                  <a:pt x="7262296" y="-38782"/>
                  <a:pt x="7512246" y="-26407"/>
                  <a:pt x="7665291" y="0"/>
                </a:cubicBezTo>
                <a:cubicBezTo>
                  <a:pt x="7818336" y="26407"/>
                  <a:pt x="7915366" y="-5594"/>
                  <a:pt x="8163432" y="0"/>
                </a:cubicBezTo>
                <a:cubicBezTo>
                  <a:pt x="8411498" y="5594"/>
                  <a:pt x="8456395" y="-7356"/>
                  <a:pt x="8564712" y="0"/>
                </a:cubicBezTo>
                <a:cubicBezTo>
                  <a:pt x="8673029" y="7356"/>
                  <a:pt x="8865381" y="2755"/>
                  <a:pt x="9062853" y="0"/>
                </a:cubicBezTo>
                <a:cubicBezTo>
                  <a:pt x="9260325" y="-2755"/>
                  <a:pt x="9739787" y="-43012"/>
                  <a:pt x="9948437" y="0"/>
                </a:cubicBezTo>
                <a:cubicBezTo>
                  <a:pt x="10114682" y="-14702"/>
                  <a:pt x="10218686" y="110793"/>
                  <a:pt x="10210800" y="262363"/>
                </a:cubicBezTo>
                <a:cubicBezTo>
                  <a:pt x="10182751" y="486423"/>
                  <a:pt x="10238117" y="671640"/>
                  <a:pt x="10210800" y="1047768"/>
                </a:cubicBezTo>
                <a:cubicBezTo>
                  <a:pt x="10183483" y="1423896"/>
                  <a:pt x="10222381" y="1613477"/>
                  <a:pt x="10210800" y="1833172"/>
                </a:cubicBezTo>
                <a:cubicBezTo>
                  <a:pt x="10199219" y="2052867"/>
                  <a:pt x="10208172" y="2189940"/>
                  <a:pt x="10210800" y="2378962"/>
                </a:cubicBezTo>
                <a:cubicBezTo>
                  <a:pt x="10213429" y="2567984"/>
                  <a:pt x="10235090" y="2916804"/>
                  <a:pt x="10210800" y="3164366"/>
                </a:cubicBezTo>
                <a:cubicBezTo>
                  <a:pt x="10186510" y="3411928"/>
                  <a:pt x="10228660" y="3548166"/>
                  <a:pt x="10210800" y="3710156"/>
                </a:cubicBezTo>
                <a:cubicBezTo>
                  <a:pt x="10192941" y="3872146"/>
                  <a:pt x="10232527" y="4182659"/>
                  <a:pt x="10210800" y="4435657"/>
                </a:cubicBezTo>
                <a:cubicBezTo>
                  <a:pt x="10189073" y="4688655"/>
                  <a:pt x="10213404" y="4968478"/>
                  <a:pt x="10210800" y="5221061"/>
                </a:cubicBezTo>
                <a:cubicBezTo>
                  <a:pt x="10208196" y="5473644"/>
                  <a:pt x="10237555" y="5888561"/>
                  <a:pt x="10210800" y="6252737"/>
                </a:cubicBezTo>
                <a:cubicBezTo>
                  <a:pt x="10212000" y="6412967"/>
                  <a:pt x="10089189" y="6513542"/>
                  <a:pt x="9948437" y="6515100"/>
                </a:cubicBezTo>
                <a:cubicBezTo>
                  <a:pt x="9661530" y="6490526"/>
                  <a:pt x="9600250" y="6528025"/>
                  <a:pt x="9353435" y="6515100"/>
                </a:cubicBezTo>
                <a:cubicBezTo>
                  <a:pt x="9106620" y="6502175"/>
                  <a:pt x="8932496" y="6538890"/>
                  <a:pt x="8661573" y="6515100"/>
                </a:cubicBezTo>
                <a:cubicBezTo>
                  <a:pt x="8390650" y="6491310"/>
                  <a:pt x="8353008" y="6489175"/>
                  <a:pt x="8066571" y="6515100"/>
                </a:cubicBezTo>
                <a:cubicBezTo>
                  <a:pt x="7780134" y="6541025"/>
                  <a:pt x="7735133" y="6534554"/>
                  <a:pt x="7471570" y="6515100"/>
                </a:cubicBezTo>
                <a:cubicBezTo>
                  <a:pt x="7208007" y="6495646"/>
                  <a:pt x="7037189" y="6512983"/>
                  <a:pt x="6876568" y="6515100"/>
                </a:cubicBezTo>
                <a:cubicBezTo>
                  <a:pt x="6715947" y="6517217"/>
                  <a:pt x="6640353" y="6498277"/>
                  <a:pt x="6475288" y="6515100"/>
                </a:cubicBezTo>
                <a:cubicBezTo>
                  <a:pt x="6310223" y="6531923"/>
                  <a:pt x="5826268" y="6536384"/>
                  <a:pt x="5589704" y="6515100"/>
                </a:cubicBezTo>
                <a:cubicBezTo>
                  <a:pt x="5353140" y="6493816"/>
                  <a:pt x="4947410" y="6553834"/>
                  <a:pt x="4704120" y="6515100"/>
                </a:cubicBezTo>
                <a:cubicBezTo>
                  <a:pt x="4460830" y="6476366"/>
                  <a:pt x="4426368" y="6532239"/>
                  <a:pt x="4302840" y="6515100"/>
                </a:cubicBezTo>
                <a:cubicBezTo>
                  <a:pt x="4179312" y="6497961"/>
                  <a:pt x="3911525" y="6527168"/>
                  <a:pt x="3804699" y="6515100"/>
                </a:cubicBezTo>
                <a:cubicBezTo>
                  <a:pt x="3697873" y="6503032"/>
                  <a:pt x="3323924" y="6530150"/>
                  <a:pt x="3112836" y="6515100"/>
                </a:cubicBezTo>
                <a:cubicBezTo>
                  <a:pt x="2901748" y="6500050"/>
                  <a:pt x="2621723" y="6514531"/>
                  <a:pt x="2324113" y="6515100"/>
                </a:cubicBezTo>
                <a:cubicBezTo>
                  <a:pt x="2026503" y="6515669"/>
                  <a:pt x="1849017" y="6512130"/>
                  <a:pt x="1729111" y="6515100"/>
                </a:cubicBezTo>
                <a:cubicBezTo>
                  <a:pt x="1609205" y="6518070"/>
                  <a:pt x="1379169" y="6527957"/>
                  <a:pt x="1230970" y="6515100"/>
                </a:cubicBezTo>
                <a:cubicBezTo>
                  <a:pt x="1082771" y="6502243"/>
                  <a:pt x="485603" y="6486435"/>
                  <a:pt x="262363" y="6515100"/>
                </a:cubicBezTo>
                <a:cubicBezTo>
                  <a:pt x="122684" y="6532779"/>
                  <a:pt x="30611" y="6396514"/>
                  <a:pt x="0" y="6252737"/>
                </a:cubicBezTo>
                <a:cubicBezTo>
                  <a:pt x="1413" y="6025123"/>
                  <a:pt x="-14908" y="5987466"/>
                  <a:pt x="0" y="5766851"/>
                </a:cubicBezTo>
                <a:cubicBezTo>
                  <a:pt x="14908" y="5546236"/>
                  <a:pt x="14080" y="5419896"/>
                  <a:pt x="0" y="5101254"/>
                </a:cubicBezTo>
                <a:cubicBezTo>
                  <a:pt x="-14080" y="4782612"/>
                  <a:pt x="-11016" y="4679247"/>
                  <a:pt x="0" y="4555464"/>
                </a:cubicBezTo>
                <a:cubicBezTo>
                  <a:pt x="11016" y="4431681"/>
                  <a:pt x="498" y="4159221"/>
                  <a:pt x="0" y="3770060"/>
                </a:cubicBezTo>
                <a:cubicBezTo>
                  <a:pt x="-498" y="3380899"/>
                  <a:pt x="19848" y="3410683"/>
                  <a:pt x="0" y="3284174"/>
                </a:cubicBezTo>
                <a:cubicBezTo>
                  <a:pt x="-19848" y="3157665"/>
                  <a:pt x="-20294" y="3040433"/>
                  <a:pt x="0" y="2798288"/>
                </a:cubicBezTo>
                <a:cubicBezTo>
                  <a:pt x="20294" y="2556143"/>
                  <a:pt x="-6460" y="2328036"/>
                  <a:pt x="0" y="2192595"/>
                </a:cubicBezTo>
                <a:cubicBezTo>
                  <a:pt x="6460" y="2057154"/>
                  <a:pt x="12969" y="1792201"/>
                  <a:pt x="0" y="1526998"/>
                </a:cubicBezTo>
                <a:cubicBezTo>
                  <a:pt x="-12969" y="1261795"/>
                  <a:pt x="-41253" y="687787"/>
                  <a:pt x="0" y="262363"/>
                </a:cubicBezTo>
                <a:close/>
              </a:path>
              <a:path w="10210800" h="6515100" stroke="0" extrusionOk="0">
                <a:moveTo>
                  <a:pt x="0" y="262363"/>
                </a:moveTo>
                <a:cubicBezTo>
                  <a:pt x="-12298" y="109878"/>
                  <a:pt x="107933" y="3577"/>
                  <a:pt x="262363" y="0"/>
                </a:cubicBezTo>
                <a:cubicBezTo>
                  <a:pt x="595374" y="-35546"/>
                  <a:pt x="803928" y="42710"/>
                  <a:pt x="1147947" y="0"/>
                </a:cubicBezTo>
                <a:cubicBezTo>
                  <a:pt x="1491966" y="-42710"/>
                  <a:pt x="1483939" y="22115"/>
                  <a:pt x="1742949" y="0"/>
                </a:cubicBezTo>
                <a:cubicBezTo>
                  <a:pt x="2001959" y="-22115"/>
                  <a:pt x="2071358" y="507"/>
                  <a:pt x="2241090" y="0"/>
                </a:cubicBezTo>
                <a:cubicBezTo>
                  <a:pt x="2410822" y="-507"/>
                  <a:pt x="2731965" y="19444"/>
                  <a:pt x="3029813" y="0"/>
                </a:cubicBezTo>
                <a:cubicBezTo>
                  <a:pt x="3327661" y="-19444"/>
                  <a:pt x="3461185" y="-16907"/>
                  <a:pt x="3624814" y="0"/>
                </a:cubicBezTo>
                <a:cubicBezTo>
                  <a:pt x="3788443" y="16907"/>
                  <a:pt x="4158086" y="1526"/>
                  <a:pt x="4510398" y="0"/>
                </a:cubicBezTo>
                <a:cubicBezTo>
                  <a:pt x="4862710" y="-1526"/>
                  <a:pt x="4826318" y="-18898"/>
                  <a:pt x="5008539" y="0"/>
                </a:cubicBezTo>
                <a:cubicBezTo>
                  <a:pt x="5190760" y="18898"/>
                  <a:pt x="5704676" y="-42716"/>
                  <a:pt x="5894123" y="0"/>
                </a:cubicBezTo>
                <a:cubicBezTo>
                  <a:pt x="6083570" y="42716"/>
                  <a:pt x="6208409" y="14123"/>
                  <a:pt x="6295403" y="0"/>
                </a:cubicBezTo>
                <a:cubicBezTo>
                  <a:pt x="6382397" y="-14123"/>
                  <a:pt x="6848466" y="-14806"/>
                  <a:pt x="6987266" y="0"/>
                </a:cubicBezTo>
                <a:cubicBezTo>
                  <a:pt x="7126066" y="14806"/>
                  <a:pt x="7489837" y="30057"/>
                  <a:pt x="7679128" y="0"/>
                </a:cubicBezTo>
                <a:cubicBezTo>
                  <a:pt x="7868419" y="-30057"/>
                  <a:pt x="8139696" y="7601"/>
                  <a:pt x="8274130" y="0"/>
                </a:cubicBezTo>
                <a:cubicBezTo>
                  <a:pt x="8408564" y="-7601"/>
                  <a:pt x="8755068" y="17018"/>
                  <a:pt x="9159714" y="0"/>
                </a:cubicBezTo>
                <a:cubicBezTo>
                  <a:pt x="9564360" y="-17018"/>
                  <a:pt x="9676901" y="33280"/>
                  <a:pt x="9948437" y="0"/>
                </a:cubicBezTo>
                <a:cubicBezTo>
                  <a:pt x="10058199" y="5770"/>
                  <a:pt x="10192638" y="104932"/>
                  <a:pt x="10210800" y="262363"/>
                </a:cubicBezTo>
                <a:cubicBezTo>
                  <a:pt x="10189931" y="592253"/>
                  <a:pt x="10228485" y="680909"/>
                  <a:pt x="10210800" y="987864"/>
                </a:cubicBezTo>
                <a:cubicBezTo>
                  <a:pt x="10193115" y="1294819"/>
                  <a:pt x="10240709" y="1516136"/>
                  <a:pt x="10210800" y="1653461"/>
                </a:cubicBezTo>
                <a:cubicBezTo>
                  <a:pt x="10180891" y="1790786"/>
                  <a:pt x="10229543" y="1913581"/>
                  <a:pt x="10210800" y="2139347"/>
                </a:cubicBezTo>
                <a:cubicBezTo>
                  <a:pt x="10192057" y="2365113"/>
                  <a:pt x="10214267" y="2520989"/>
                  <a:pt x="10210800" y="2685136"/>
                </a:cubicBezTo>
                <a:cubicBezTo>
                  <a:pt x="10207333" y="2849283"/>
                  <a:pt x="10219104" y="3080172"/>
                  <a:pt x="10210800" y="3470541"/>
                </a:cubicBezTo>
                <a:cubicBezTo>
                  <a:pt x="10202496" y="3860910"/>
                  <a:pt x="10199624" y="3959374"/>
                  <a:pt x="10210800" y="4136138"/>
                </a:cubicBezTo>
                <a:cubicBezTo>
                  <a:pt x="10221976" y="4312902"/>
                  <a:pt x="10231043" y="4490972"/>
                  <a:pt x="10210800" y="4681928"/>
                </a:cubicBezTo>
                <a:cubicBezTo>
                  <a:pt x="10190558" y="4872884"/>
                  <a:pt x="10237840" y="5162659"/>
                  <a:pt x="10210800" y="5347525"/>
                </a:cubicBezTo>
                <a:cubicBezTo>
                  <a:pt x="10183760" y="5532391"/>
                  <a:pt x="10175128" y="5884090"/>
                  <a:pt x="10210800" y="6252737"/>
                </a:cubicBezTo>
                <a:cubicBezTo>
                  <a:pt x="10212875" y="6391254"/>
                  <a:pt x="10106598" y="6529439"/>
                  <a:pt x="9948437" y="6515100"/>
                </a:cubicBezTo>
                <a:cubicBezTo>
                  <a:pt x="9633370" y="6510205"/>
                  <a:pt x="9320235" y="6492347"/>
                  <a:pt x="9062853" y="6515100"/>
                </a:cubicBezTo>
                <a:cubicBezTo>
                  <a:pt x="8805471" y="6537853"/>
                  <a:pt x="8632857" y="6543552"/>
                  <a:pt x="8274130" y="6515100"/>
                </a:cubicBezTo>
                <a:cubicBezTo>
                  <a:pt x="7915403" y="6486648"/>
                  <a:pt x="7930749" y="6500584"/>
                  <a:pt x="7775989" y="6515100"/>
                </a:cubicBezTo>
                <a:cubicBezTo>
                  <a:pt x="7621229" y="6529616"/>
                  <a:pt x="7378501" y="6520419"/>
                  <a:pt x="6987266" y="6515100"/>
                </a:cubicBezTo>
                <a:cubicBezTo>
                  <a:pt x="6596031" y="6509781"/>
                  <a:pt x="6768315" y="6502106"/>
                  <a:pt x="6585986" y="6515100"/>
                </a:cubicBezTo>
                <a:cubicBezTo>
                  <a:pt x="6403657" y="6528094"/>
                  <a:pt x="6024177" y="6513777"/>
                  <a:pt x="5797262" y="6515100"/>
                </a:cubicBezTo>
                <a:cubicBezTo>
                  <a:pt x="5570347" y="6516423"/>
                  <a:pt x="5487829" y="6508088"/>
                  <a:pt x="5299121" y="6515100"/>
                </a:cubicBezTo>
                <a:cubicBezTo>
                  <a:pt x="5110413" y="6522112"/>
                  <a:pt x="5000187" y="6514627"/>
                  <a:pt x="4897841" y="6515100"/>
                </a:cubicBezTo>
                <a:cubicBezTo>
                  <a:pt x="4795495" y="6515573"/>
                  <a:pt x="4612178" y="6528364"/>
                  <a:pt x="4399700" y="6515100"/>
                </a:cubicBezTo>
                <a:cubicBezTo>
                  <a:pt x="4187222" y="6501836"/>
                  <a:pt x="3805526" y="6513656"/>
                  <a:pt x="3610977" y="6515100"/>
                </a:cubicBezTo>
                <a:cubicBezTo>
                  <a:pt x="3416428" y="6516544"/>
                  <a:pt x="3273001" y="6521456"/>
                  <a:pt x="3112836" y="6515100"/>
                </a:cubicBezTo>
                <a:cubicBezTo>
                  <a:pt x="2952671" y="6508744"/>
                  <a:pt x="2854119" y="6515850"/>
                  <a:pt x="2711556" y="6515100"/>
                </a:cubicBezTo>
                <a:cubicBezTo>
                  <a:pt x="2568993" y="6514350"/>
                  <a:pt x="2429750" y="6514547"/>
                  <a:pt x="2213415" y="6515100"/>
                </a:cubicBezTo>
                <a:cubicBezTo>
                  <a:pt x="1997080" y="6515653"/>
                  <a:pt x="1911431" y="6528689"/>
                  <a:pt x="1618413" y="6515100"/>
                </a:cubicBezTo>
                <a:cubicBezTo>
                  <a:pt x="1325395" y="6501511"/>
                  <a:pt x="1079401" y="6492681"/>
                  <a:pt x="926551" y="6515100"/>
                </a:cubicBezTo>
                <a:cubicBezTo>
                  <a:pt x="773701" y="6537519"/>
                  <a:pt x="449060" y="6536447"/>
                  <a:pt x="262363" y="6515100"/>
                </a:cubicBezTo>
                <a:cubicBezTo>
                  <a:pt x="122783" y="6528772"/>
                  <a:pt x="22726" y="6408208"/>
                  <a:pt x="0" y="6252737"/>
                </a:cubicBezTo>
                <a:cubicBezTo>
                  <a:pt x="-25003" y="5949002"/>
                  <a:pt x="28887" y="5836552"/>
                  <a:pt x="0" y="5587140"/>
                </a:cubicBezTo>
                <a:cubicBezTo>
                  <a:pt x="-28887" y="5337728"/>
                  <a:pt x="-21700" y="5221550"/>
                  <a:pt x="0" y="4861639"/>
                </a:cubicBezTo>
                <a:cubicBezTo>
                  <a:pt x="21700" y="4501728"/>
                  <a:pt x="10035" y="4424300"/>
                  <a:pt x="0" y="4255946"/>
                </a:cubicBezTo>
                <a:cubicBezTo>
                  <a:pt x="-10035" y="4087592"/>
                  <a:pt x="-8924" y="3860516"/>
                  <a:pt x="0" y="3530445"/>
                </a:cubicBezTo>
                <a:cubicBezTo>
                  <a:pt x="8924" y="3200374"/>
                  <a:pt x="24048" y="3255100"/>
                  <a:pt x="0" y="2984655"/>
                </a:cubicBezTo>
                <a:cubicBezTo>
                  <a:pt x="-24048" y="2714210"/>
                  <a:pt x="11685" y="2609736"/>
                  <a:pt x="0" y="2319058"/>
                </a:cubicBezTo>
                <a:cubicBezTo>
                  <a:pt x="-11685" y="2028380"/>
                  <a:pt x="7832" y="1948501"/>
                  <a:pt x="0" y="1833172"/>
                </a:cubicBezTo>
                <a:cubicBezTo>
                  <a:pt x="-7832" y="1717843"/>
                  <a:pt x="-27706" y="1302493"/>
                  <a:pt x="0" y="1047768"/>
                </a:cubicBezTo>
                <a:cubicBezTo>
                  <a:pt x="27706" y="793043"/>
                  <a:pt x="-34235" y="601381"/>
                  <a:pt x="0" y="262363"/>
                </a:cubicBezTo>
                <a:close/>
              </a:path>
            </a:pathLst>
          </a:custGeom>
          <a:solidFill>
            <a:srgbClr val="FFFBEE"/>
          </a:solidFill>
          <a:ln w="34925">
            <a:solidFill>
              <a:srgbClr val="6D748E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2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</p:sp>
      <p:sp>
        <p:nvSpPr>
          <p:cNvPr id="27" name="fw13-step-0">
            <a:extLst>
              <a:ext uri="{FF2B5EF4-FFF2-40B4-BE49-F238E27FC236}">
                <a16:creationId xmlns:a16="http://schemas.microsoft.com/office/drawing/2014/main" id="{7E2BE7D7-4E39-7F6D-823E-B6FA513AD181}"/>
              </a:ext>
            </a:extLst>
          </p:cNvPr>
          <p:cNvSpPr>
            <a:spLocks noGrp="1"/>
          </p:cNvSpPr>
          <p:nvPr/>
        </p:nvSpPr>
        <p:spPr>
          <a:xfrm>
            <a:off x="342900" y="17202150"/>
            <a:ext cx="20440650" cy="5848350"/>
          </a:xfrm>
          <a:custGeom>
            <a:avLst/>
            <a:gdLst>
              <a:gd name="csX0" fmla="*/ 0 w 20440650"/>
              <a:gd name="csY0" fmla="*/ 235513 h 5848350"/>
              <a:gd name="csX1" fmla="*/ 235513 w 20440650"/>
              <a:gd name="csY1" fmla="*/ 0 h 5848350"/>
              <a:gd name="csX2" fmla="*/ 1323513 w 20440650"/>
              <a:gd name="csY2" fmla="*/ 0 h 5848350"/>
              <a:gd name="csX3" fmla="*/ 2411513 w 20440650"/>
              <a:gd name="csY3" fmla="*/ 0 h 5848350"/>
              <a:gd name="csX4" fmla="*/ 2501032 w 20440650"/>
              <a:gd name="csY4" fmla="*/ 0 h 5848350"/>
              <a:gd name="csX5" fmla="*/ 2790248 w 20440650"/>
              <a:gd name="csY5" fmla="*/ 0 h 5848350"/>
              <a:gd name="csX6" fmla="*/ 3478855 w 20440650"/>
              <a:gd name="csY6" fmla="*/ 0 h 5848350"/>
              <a:gd name="csX7" fmla="*/ 4367159 w 20440650"/>
              <a:gd name="csY7" fmla="*/ 0 h 5848350"/>
              <a:gd name="csX8" fmla="*/ 4856071 w 20440650"/>
              <a:gd name="csY8" fmla="*/ 0 h 5848350"/>
              <a:gd name="csX9" fmla="*/ 5145286 w 20440650"/>
              <a:gd name="csY9" fmla="*/ 0 h 5848350"/>
              <a:gd name="csX10" fmla="*/ 5434501 w 20440650"/>
              <a:gd name="csY10" fmla="*/ 0 h 5848350"/>
              <a:gd name="csX11" fmla="*/ 6322805 w 20440650"/>
              <a:gd name="csY11" fmla="*/ 0 h 5848350"/>
              <a:gd name="csX12" fmla="*/ 6412324 w 20440650"/>
              <a:gd name="csY12" fmla="*/ 0 h 5848350"/>
              <a:gd name="csX13" fmla="*/ 6901236 w 20440650"/>
              <a:gd name="csY13" fmla="*/ 0 h 5848350"/>
              <a:gd name="csX14" fmla="*/ 7589843 w 20440650"/>
              <a:gd name="csY14" fmla="*/ 0 h 5848350"/>
              <a:gd name="csX15" fmla="*/ 7879059 w 20440650"/>
              <a:gd name="csY15" fmla="*/ 0 h 5848350"/>
              <a:gd name="csX16" fmla="*/ 8967059 w 20440650"/>
              <a:gd name="csY16" fmla="*/ 0 h 5848350"/>
              <a:gd name="csX17" fmla="*/ 9056578 w 20440650"/>
              <a:gd name="csY17" fmla="*/ 0 h 5848350"/>
              <a:gd name="csX18" fmla="*/ 9146097 w 20440650"/>
              <a:gd name="csY18" fmla="*/ 0 h 5848350"/>
              <a:gd name="csX19" fmla="*/ 9635008 w 20440650"/>
              <a:gd name="csY19" fmla="*/ 0 h 5848350"/>
              <a:gd name="csX20" fmla="*/ 10323616 w 20440650"/>
              <a:gd name="csY20" fmla="*/ 0 h 5848350"/>
              <a:gd name="csX21" fmla="*/ 11211920 w 20440650"/>
              <a:gd name="csY21" fmla="*/ 0 h 5848350"/>
              <a:gd name="csX22" fmla="*/ 12100224 w 20440650"/>
              <a:gd name="csY22" fmla="*/ 0 h 5848350"/>
              <a:gd name="csX23" fmla="*/ 13188224 w 20440650"/>
              <a:gd name="csY23" fmla="*/ 0 h 5848350"/>
              <a:gd name="csX24" fmla="*/ 13876832 w 20440650"/>
              <a:gd name="csY24" fmla="*/ 0 h 5848350"/>
              <a:gd name="csX25" fmla="*/ 13966351 w 20440650"/>
              <a:gd name="csY25" fmla="*/ 0 h 5848350"/>
              <a:gd name="csX26" fmla="*/ 15054351 w 20440650"/>
              <a:gd name="csY26" fmla="*/ 0 h 5848350"/>
              <a:gd name="csX27" fmla="*/ 15742959 w 20440650"/>
              <a:gd name="csY27" fmla="*/ 0 h 5848350"/>
              <a:gd name="csX28" fmla="*/ 16431567 w 20440650"/>
              <a:gd name="csY28" fmla="*/ 0 h 5848350"/>
              <a:gd name="csX29" fmla="*/ 16720782 w 20440650"/>
              <a:gd name="csY29" fmla="*/ 0 h 5848350"/>
              <a:gd name="csX30" fmla="*/ 17808782 w 20440650"/>
              <a:gd name="csY30" fmla="*/ 0 h 5848350"/>
              <a:gd name="csX31" fmla="*/ 18097997 w 20440650"/>
              <a:gd name="csY31" fmla="*/ 0 h 5848350"/>
              <a:gd name="csX32" fmla="*/ 19185998 w 20440650"/>
              <a:gd name="csY32" fmla="*/ 0 h 5848350"/>
              <a:gd name="csX33" fmla="*/ 19275517 w 20440650"/>
              <a:gd name="csY33" fmla="*/ 0 h 5848350"/>
              <a:gd name="csX34" fmla="*/ 20205137 w 20440650"/>
              <a:gd name="csY34" fmla="*/ 0 h 5848350"/>
              <a:gd name="csX35" fmla="*/ 20440650 w 20440650"/>
              <a:gd name="csY35" fmla="*/ 235513 h 5848350"/>
              <a:gd name="csX36" fmla="*/ 20440650 w 20440650"/>
              <a:gd name="csY36" fmla="*/ 961452 h 5848350"/>
              <a:gd name="csX37" fmla="*/ 20440650 w 20440650"/>
              <a:gd name="csY37" fmla="*/ 1633617 h 5848350"/>
              <a:gd name="csX38" fmla="*/ 20440650 w 20440650"/>
              <a:gd name="csY38" fmla="*/ 2198236 h 5848350"/>
              <a:gd name="csX39" fmla="*/ 20440650 w 20440650"/>
              <a:gd name="csY39" fmla="*/ 2816629 h 5848350"/>
              <a:gd name="csX40" fmla="*/ 20440650 w 20440650"/>
              <a:gd name="csY40" fmla="*/ 3596341 h 5848350"/>
              <a:gd name="csX41" fmla="*/ 20440650 w 20440650"/>
              <a:gd name="csY41" fmla="*/ 4322279 h 5848350"/>
              <a:gd name="csX42" fmla="*/ 20440650 w 20440650"/>
              <a:gd name="csY42" fmla="*/ 4833125 h 5848350"/>
              <a:gd name="csX43" fmla="*/ 20440650 w 20440650"/>
              <a:gd name="csY43" fmla="*/ 5612837 h 5848350"/>
              <a:gd name="csX44" fmla="*/ 20205137 w 20440650"/>
              <a:gd name="csY44" fmla="*/ 5848350 h 5848350"/>
              <a:gd name="csX45" fmla="*/ 19117137 w 20440650"/>
              <a:gd name="csY45" fmla="*/ 5848350 h 5848350"/>
              <a:gd name="csX46" fmla="*/ 18228833 w 20440650"/>
              <a:gd name="csY46" fmla="*/ 5848350 h 5848350"/>
              <a:gd name="csX47" fmla="*/ 17140833 w 20440650"/>
              <a:gd name="csY47" fmla="*/ 5848350 h 5848350"/>
              <a:gd name="csX48" fmla="*/ 16052832 w 20440650"/>
              <a:gd name="csY48" fmla="*/ 5848350 h 5848350"/>
              <a:gd name="csX49" fmla="*/ 15563921 w 20440650"/>
              <a:gd name="csY49" fmla="*/ 5848350 h 5848350"/>
              <a:gd name="csX50" fmla="*/ 14475921 w 20440650"/>
              <a:gd name="csY50" fmla="*/ 5848350 h 5848350"/>
              <a:gd name="csX51" fmla="*/ 13587617 w 20440650"/>
              <a:gd name="csY51" fmla="*/ 5848350 h 5848350"/>
              <a:gd name="csX52" fmla="*/ 13498098 w 20440650"/>
              <a:gd name="csY52" fmla="*/ 5848350 h 5848350"/>
              <a:gd name="csX53" fmla="*/ 13009186 w 20440650"/>
              <a:gd name="csY53" fmla="*/ 5848350 h 5848350"/>
              <a:gd name="csX54" fmla="*/ 11921186 w 20440650"/>
              <a:gd name="csY54" fmla="*/ 5848350 h 5848350"/>
              <a:gd name="csX55" fmla="*/ 10833186 w 20440650"/>
              <a:gd name="csY55" fmla="*/ 5848350 h 5848350"/>
              <a:gd name="csX56" fmla="*/ 10344274 w 20440650"/>
              <a:gd name="csY56" fmla="*/ 5848350 h 5848350"/>
              <a:gd name="csX57" fmla="*/ 9855363 w 20440650"/>
              <a:gd name="csY57" fmla="*/ 5848350 h 5848350"/>
              <a:gd name="csX58" fmla="*/ 8967059 w 20440650"/>
              <a:gd name="csY58" fmla="*/ 5848350 h 5848350"/>
              <a:gd name="csX59" fmla="*/ 8677844 w 20440650"/>
              <a:gd name="csY59" fmla="*/ 5848350 h 5848350"/>
              <a:gd name="csX60" fmla="*/ 8388628 w 20440650"/>
              <a:gd name="csY60" fmla="*/ 5848350 h 5848350"/>
              <a:gd name="csX61" fmla="*/ 7899717 w 20440650"/>
              <a:gd name="csY61" fmla="*/ 5848350 h 5848350"/>
              <a:gd name="csX62" fmla="*/ 7211109 w 20440650"/>
              <a:gd name="csY62" fmla="*/ 5848350 h 5848350"/>
              <a:gd name="csX63" fmla="*/ 6722198 w 20440650"/>
              <a:gd name="csY63" fmla="*/ 5848350 h 5848350"/>
              <a:gd name="csX64" fmla="*/ 6432983 w 20440650"/>
              <a:gd name="csY64" fmla="*/ 5848350 h 5848350"/>
              <a:gd name="csX65" fmla="*/ 6143767 w 20440650"/>
              <a:gd name="csY65" fmla="*/ 5848350 h 5848350"/>
              <a:gd name="csX66" fmla="*/ 5455160 w 20440650"/>
              <a:gd name="csY66" fmla="*/ 5848350 h 5848350"/>
              <a:gd name="csX67" fmla="*/ 5165944 w 20440650"/>
              <a:gd name="csY67" fmla="*/ 5848350 h 5848350"/>
              <a:gd name="csX68" fmla="*/ 4876729 w 20440650"/>
              <a:gd name="csY68" fmla="*/ 5848350 h 5848350"/>
              <a:gd name="csX69" fmla="*/ 4587514 w 20440650"/>
              <a:gd name="csY69" fmla="*/ 5848350 h 5848350"/>
              <a:gd name="csX70" fmla="*/ 3499514 w 20440650"/>
              <a:gd name="csY70" fmla="*/ 5848350 h 5848350"/>
              <a:gd name="csX71" fmla="*/ 3409995 w 20440650"/>
              <a:gd name="csY71" fmla="*/ 5848350 h 5848350"/>
              <a:gd name="csX72" fmla="*/ 3320476 w 20440650"/>
              <a:gd name="csY72" fmla="*/ 5848350 h 5848350"/>
              <a:gd name="csX73" fmla="*/ 2831564 w 20440650"/>
              <a:gd name="csY73" fmla="*/ 5848350 h 5848350"/>
              <a:gd name="csX74" fmla="*/ 2542349 w 20440650"/>
              <a:gd name="csY74" fmla="*/ 5848350 h 5848350"/>
              <a:gd name="csX75" fmla="*/ 1853741 w 20440650"/>
              <a:gd name="csY75" fmla="*/ 5848350 h 5848350"/>
              <a:gd name="csX76" fmla="*/ 1764222 w 20440650"/>
              <a:gd name="csY76" fmla="*/ 5848350 h 5848350"/>
              <a:gd name="csX77" fmla="*/ 1674703 w 20440650"/>
              <a:gd name="csY77" fmla="*/ 5848350 h 5848350"/>
              <a:gd name="csX78" fmla="*/ 235513 w 20440650"/>
              <a:gd name="csY78" fmla="*/ 5848350 h 5848350"/>
              <a:gd name="csX79" fmla="*/ 0 w 20440650"/>
              <a:gd name="csY79" fmla="*/ 5612837 h 5848350"/>
              <a:gd name="csX80" fmla="*/ 0 w 20440650"/>
              <a:gd name="csY80" fmla="*/ 4994445 h 5848350"/>
              <a:gd name="csX81" fmla="*/ 0 w 20440650"/>
              <a:gd name="csY81" fmla="*/ 4483599 h 5848350"/>
              <a:gd name="csX82" fmla="*/ 0 w 20440650"/>
              <a:gd name="csY82" fmla="*/ 3918980 h 5848350"/>
              <a:gd name="csX83" fmla="*/ 0 w 20440650"/>
              <a:gd name="csY83" fmla="*/ 3300588 h 5848350"/>
              <a:gd name="csX84" fmla="*/ 0 w 20440650"/>
              <a:gd name="csY84" fmla="*/ 2735969 h 5848350"/>
              <a:gd name="csX85" fmla="*/ 0 w 20440650"/>
              <a:gd name="csY85" fmla="*/ 1956257 h 5848350"/>
              <a:gd name="csX86" fmla="*/ 0 w 20440650"/>
              <a:gd name="csY86" fmla="*/ 1391638 h 5848350"/>
              <a:gd name="csX87" fmla="*/ 0 w 20440650"/>
              <a:gd name="csY87" fmla="*/ 235513 h 5848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20440650" h="5848350" fill="none" extrusionOk="0">
                <a:moveTo>
                  <a:pt x="0" y="235513"/>
                </a:moveTo>
                <a:cubicBezTo>
                  <a:pt x="4000" y="107252"/>
                  <a:pt x="108813" y="-2918"/>
                  <a:pt x="235513" y="0"/>
                </a:cubicBezTo>
                <a:cubicBezTo>
                  <a:pt x="591080" y="25873"/>
                  <a:pt x="970459" y="-34998"/>
                  <a:pt x="1323513" y="0"/>
                </a:cubicBezTo>
                <a:cubicBezTo>
                  <a:pt x="1676567" y="34998"/>
                  <a:pt x="1931649" y="20393"/>
                  <a:pt x="2411513" y="0"/>
                </a:cubicBezTo>
                <a:cubicBezTo>
                  <a:pt x="2891377" y="-20393"/>
                  <a:pt x="2463352" y="3103"/>
                  <a:pt x="2501032" y="0"/>
                </a:cubicBezTo>
                <a:cubicBezTo>
                  <a:pt x="2538712" y="-3103"/>
                  <a:pt x="2704580" y="-9002"/>
                  <a:pt x="2790248" y="0"/>
                </a:cubicBezTo>
                <a:cubicBezTo>
                  <a:pt x="2875916" y="9002"/>
                  <a:pt x="3302532" y="-9622"/>
                  <a:pt x="3478855" y="0"/>
                </a:cubicBezTo>
                <a:cubicBezTo>
                  <a:pt x="3655178" y="9622"/>
                  <a:pt x="4034005" y="7020"/>
                  <a:pt x="4367159" y="0"/>
                </a:cubicBezTo>
                <a:cubicBezTo>
                  <a:pt x="4700313" y="-7020"/>
                  <a:pt x="4674003" y="-6604"/>
                  <a:pt x="4856071" y="0"/>
                </a:cubicBezTo>
                <a:cubicBezTo>
                  <a:pt x="5038139" y="6604"/>
                  <a:pt x="5052482" y="7213"/>
                  <a:pt x="5145286" y="0"/>
                </a:cubicBezTo>
                <a:cubicBezTo>
                  <a:pt x="5238090" y="-7213"/>
                  <a:pt x="5356058" y="4696"/>
                  <a:pt x="5434501" y="0"/>
                </a:cubicBezTo>
                <a:cubicBezTo>
                  <a:pt x="5512945" y="-4696"/>
                  <a:pt x="6122579" y="-34116"/>
                  <a:pt x="6322805" y="0"/>
                </a:cubicBezTo>
                <a:cubicBezTo>
                  <a:pt x="6523031" y="34116"/>
                  <a:pt x="6386193" y="-2929"/>
                  <a:pt x="6412324" y="0"/>
                </a:cubicBezTo>
                <a:cubicBezTo>
                  <a:pt x="6438455" y="2929"/>
                  <a:pt x="6671329" y="-1449"/>
                  <a:pt x="6901236" y="0"/>
                </a:cubicBezTo>
                <a:cubicBezTo>
                  <a:pt x="7131143" y="1449"/>
                  <a:pt x="7395053" y="-23923"/>
                  <a:pt x="7589843" y="0"/>
                </a:cubicBezTo>
                <a:cubicBezTo>
                  <a:pt x="7784633" y="23923"/>
                  <a:pt x="7794914" y="3403"/>
                  <a:pt x="7879059" y="0"/>
                </a:cubicBezTo>
                <a:cubicBezTo>
                  <a:pt x="7963204" y="-3403"/>
                  <a:pt x="8485491" y="18493"/>
                  <a:pt x="8967059" y="0"/>
                </a:cubicBezTo>
                <a:cubicBezTo>
                  <a:pt x="9448627" y="-18493"/>
                  <a:pt x="9024643" y="-1566"/>
                  <a:pt x="9056578" y="0"/>
                </a:cubicBezTo>
                <a:cubicBezTo>
                  <a:pt x="9088513" y="1566"/>
                  <a:pt x="9123704" y="2306"/>
                  <a:pt x="9146097" y="0"/>
                </a:cubicBezTo>
                <a:cubicBezTo>
                  <a:pt x="9168490" y="-2306"/>
                  <a:pt x="9514680" y="14716"/>
                  <a:pt x="9635008" y="0"/>
                </a:cubicBezTo>
                <a:cubicBezTo>
                  <a:pt x="9755336" y="-14716"/>
                  <a:pt x="10166269" y="-15160"/>
                  <a:pt x="10323616" y="0"/>
                </a:cubicBezTo>
                <a:cubicBezTo>
                  <a:pt x="10480963" y="15160"/>
                  <a:pt x="10942053" y="3126"/>
                  <a:pt x="11211920" y="0"/>
                </a:cubicBezTo>
                <a:cubicBezTo>
                  <a:pt x="11481787" y="-3126"/>
                  <a:pt x="11864823" y="-26769"/>
                  <a:pt x="12100224" y="0"/>
                </a:cubicBezTo>
                <a:cubicBezTo>
                  <a:pt x="12335625" y="26769"/>
                  <a:pt x="12784329" y="-1188"/>
                  <a:pt x="13188224" y="0"/>
                </a:cubicBezTo>
                <a:cubicBezTo>
                  <a:pt x="13592119" y="1188"/>
                  <a:pt x="13682001" y="-11247"/>
                  <a:pt x="13876832" y="0"/>
                </a:cubicBezTo>
                <a:cubicBezTo>
                  <a:pt x="14071663" y="11247"/>
                  <a:pt x="13947450" y="1182"/>
                  <a:pt x="13966351" y="0"/>
                </a:cubicBezTo>
                <a:cubicBezTo>
                  <a:pt x="13985252" y="-1182"/>
                  <a:pt x="14565120" y="39794"/>
                  <a:pt x="15054351" y="0"/>
                </a:cubicBezTo>
                <a:cubicBezTo>
                  <a:pt x="15543582" y="-39794"/>
                  <a:pt x="15408145" y="-9205"/>
                  <a:pt x="15742959" y="0"/>
                </a:cubicBezTo>
                <a:cubicBezTo>
                  <a:pt x="16077773" y="9205"/>
                  <a:pt x="16174303" y="24233"/>
                  <a:pt x="16431567" y="0"/>
                </a:cubicBezTo>
                <a:cubicBezTo>
                  <a:pt x="16688831" y="-24233"/>
                  <a:pt x="16634410" y="4423"/>
                  <a:pt x="16720782" y="0"/>
                </a:cubicBezTo>
                <a:cubicBezTo>
                  <a:pt x="16807155" y="-4423"/>
                  <a:pt x="17356876" y="-4297"/>
                  <a:pt x="17808782" y="0"/>
                </a:cubicBezTo>
                <a:cubicBezTo>
                  <a:pt x="18260688" y="4297"/>
                  <a:pt x="17985227" y="-12094"/>
                  <a:pt x="18097997" y="0"/>
                </a:cubicBezTo>
                <a:cubicBezTo>
                  <a:pt x="18210768" y="12094"/>
                  <a:pt x="18771234" y="-24590"/>
                  <a:pt x="19185998" y="0"/>
                </a:cubicBezTo>
                <a:cubicBezTo>
                  <a:pt x="19600762" y="24590"/>
                  <a:pt x="19253715" y="-1578"/>
                  <a:pt x="19275517" y="0"/>
                </a:cubicBezTo>
                <a:cubicBezTo>
                  <a:pt x="19297319" y="1578"/>
                  <a:pt x="19766380" y="-44175"/>
                  <a:pt x="20205137" y="0"/>
                </a:cubicBezTo>
                <a:cubicBezTo>
                  <a:pt x="20329421" y="-9254"/>
                  <a:pt x="20423221" y="126324"/>
                  <a:pt x="20440650" y="235513"/>
                </a:cubicBezTo>
                <a:cubicBezTo>
                  <a:pt x="20404915" y="503773"/>
                  <a:pt x="20426562" y="743244"/>
                  <a:pt x="20440650" y="961452"/>
                </a:cubicBezTo>
                <a:cubicBezTo>
                  <a:pt x="20454738" y="1179660"/>
                  <a:pt x="20474056" y="1402913"/>
                  <a:pt x="20440650" y="1633617"/>
                </a:cubicBezTo>
                <a:cubicBezTo>
                  <a:pt x="20407244" y="1864321"/>
                  <a:pt x="20449844" y="2005393"/>
                  <a:pt x="20440650" y="2198236"/>
                </a:cubicBezTo>
                <a:cubicBezTo>
                  <a:pt x="20431456" y="2391079"/>
                  <a:pt x="20436830" y="2586291"/>
                  <a:pt x="20440650" y="2816629"/>
                </a:cubicBezTo>
                <a:cubicBezTo>
                  <a:pt x="20444470" y="3046967"/>
                  <a:pt x="20466701" y="3404743"/>
                  <a:pt x="20440650" y="3596341"/>
                </a:cubicBezTo>
                <a:cubicBezTo>
                  <a:pt x="20414599" y="3787939"/>
                  <a:pt x="20430151" y="4017487"/>
                  <a:pt x="20440650" y="4322279"/>
                </a:cubicBezTo>
                <a:cubicBezTo>
                  <a:pt x="20451149" y="4627071"/>
                  <a:pt x="20427890" y="4611388"/>
                  <a:pt x="20440650" y="4833125"/>
                </a:cubicBezTo>
                <a:cubicBezTo>
                  <a:pt x="20453410" y="5054862"/>
                  <a:pt x="20407917" y="5315591"/>
                  <a:pt x="20440650" y="5612837"/>
                </a:cubicBezTo>
                <a:cubicBezTo>
                  <a:pt x="20460074" y="5767570"/>
                  <a:pt x="20330376" y="5879373"/>
                  <a:pt x="20205137" y="5848350"/>
                </a:cubicBezTo>
                <a:cubicBezTo>
                  <a:pt x="19957532" y="5828044"/>
                  <a:pt x="19593417" y="5823778"/>
                  <a:pt x="19117137" y="5848350"/>
                </a:cubicBezTo>
                <a:cubicBezTo>
                  <a:pt x="18640857" y="5872922"/>
                  <a:pt x="18428608" y="5818973"/>
                  <a:pt x="18228833" y="5848350"/>
                </a:cubicBezTo>
                <a:cubicBezTo>
                  <a:pt x="18029058" y="5877727"/>
                  <a:pt x="17467470" y="5894841"/>
                  <a:pt x="17140833" y="5848350"/>
                </a:cubicBezTo>
                <a:cubicBezTo>
                  <a:pt x="16814196" y="5801859"/>
                  <a:pt x="16292679" y="5815593"/>
                  <a:pt x="16052832" y="5848350"/>
                </a:cubicBezTo>
                <a:cubicBezTo>
                  <a:pt x="15812985" y="5881107"/>
                  <a:pt x="15762358" y="5859737"/>
                  <a:pt x="15563921" y="5848350"/>
                </a:cubicBezTo>
                <a:cubicBezTo>
                  <a:pt x="15365484" y="5836963"/>
                  <a:pt x="14854008" y="5856743"/>
                  <a:pt x="14475921" y="5848350"/>
                </a:cubicBezTo>
                <a:cubicBezTo>
                  <a:pt x="14097834" y="5839957"/>
                  <a:pt x="13998065" y="5856664"/>
                  <a:pt x="13587617" y="5848350"/>
                </a:cubicBezTo>
                <a:cubicBezTo>
                  <a:pt x="13177169" y="5840036"/>
                  <a:pt x="13539910" y="5848343"/>
                  <a:pt x="13498098" y="5848350"/>
                </a:cubicBezTo>
                <a:cubicBezTo>
                  <a:pt x="13456286" y="5848357"/>
                  <a:pt x="13218556" y="5841619"/>
                  <a:pt x="13009186" y="5848350"/>
                </a:cubicBezTo>
                <a:cubicBezTo>
                  <a:pt x="12799816" y="5855081"/>
                  <a:pt x="12221569" y="5835135"/>
                  <a:pt x="11921186" y="5848350"/>
                </a:cubicBezTo>
                <a:cubicBezTo>
                  <a:pt x="11620803" y="5861565"/>
                  <a:pt x="11302897" y="5888951"/>
                  <a:pt x="10833186" y="5848350"/>
                </a:cubicBezTo>
                <a:cubicBezTo>
                  <a:pt x="10363475" y="5807749"/>
                  <a:pt x="10475538" y="5828170"/>
                  <a:pt x="10344274" y="5848350"/>
                </a:cubicBezTo>
                <a:cubicBezTo>
                  <a:pt x="10213010" y="5868530"/>
                  <a:pt x="9970774" y="5867420"/>
                  <a:pt x="9855363" y="5848350"/>
                </a:cubicBezTo>
                <a:cubicBezTo>
                  <a:pt x="9739952" y="5829280"/>
                  <a:pt x="9184291" y="5862831"/>
                  <a:pt x="8967059" y="5848350"/>
                </a:cubicBezTo>
                <a:cubicBezTo>
                  <a:pt x="8749827" y="5833869"/>
                  <a:pt x="8809929" y="5852570"/>
                  <a:pt x="8677844" y="5848350"/>
                </a:cubicBezTo>
                <a:cubicBezTo>
                  <a:pt x="8545759" y="5844130"/>
                  <a:pt x="8447065" y="5848517"/>
                  <a:pt x="8388628" y="5848350"/>
                </a:cubicBezTo>
                <a:cubicBezTo>
                  <a:pt x="8330191" y="5848183"/>
                  <a:pt x="8099062" y="5868594"/>
                  <a:pt x="7899717" y="5848350"/>
                </a:cubicBezTo>
                <a:cubicBezTo>
                  <a:pt x="7700372" y="5828106"/>
                  <a:pt x="7386598" y="5828110"/>
                  <a:pt x="7211109" y="5848350"/>
                </a:cubicBezTo>
                <a:cubicBezTo>
                  <a:pt x="7035620" y="5868590"/>
                  <a:pt x="6951176" y="5824047"/>
                  <a:pt x="6722198" y="5848350"/>
                </a:cubicBezTo>
                <a:cubicBezTo>
                  <a:pt x="6493220" y="5872653"/>
                  <a:pt x="6539041" y="5838405"/>
                  <a:pt x="6432983" y="5848350"/>
                </a:cubicBezTo>
                <a:cubicBezTo>
                  <a:pt x="6326926" y="5858295"/>
                  <a:pt x="6209043" y="5848878"/>
                  <a:pt x="6143767" y="5848350"/>
                </a:cubicBezTo>
                <a:cubicBezTo>
                  <a:pt x="6078491" y="5847822"/>
                  <a:pt x="5700050" y="5860153"/>
                  <a:pt x="5455160" y="5848350"/>
                </a:cubicBezTo>
                <a:cubicBezTo>
                  <a:pt x="5210270" y="5836547"/>
                  <a:pt x="5236660" y="5842477"/>
                  <a:pt x="5165944" y="5848350"/>
                </a:cubicBezTo>
                <a:cubicBezTo>
                  <a:pt x="5095228" y="5854223"/>
                  <a:pt x="4979697" y="5852581"/>
                  <a:pt x="4876729" y="5848350"/>
                </a:cubicBezTo>
                <a:cubicBezTo>
                  <a:pt x="4773761" y="5844119"/>
                  <a:pt x="4697235" y="5834313"/>
                  <a:pt x="4587514" y="5848350"/>
                </a:cubicBezTo>
                <a:cubicBezTo>
                  <a:pt x="4477793" y="5862387"/>
                  <a:pt x="3814536" y="5796860"/>
                  <a:pt x="3499514" y="5848350"/>
                </a:cubicBezTo>
                <a:cubicBezTo>
                  <a:pt x="3184492" y="5899840"/>
                  <a:pt x="3429353" y="5849174"/>
                  <a:pt x="3409995" y="5848350"/>
                </a:cubicBezTo>
                <a:cubicBezTo>
                  <a:pt x="3390637" y="5847526"/>
                  <a:pt x="3363331" y="5843983"/>
                  <a:pt x="3320476" y="5848350"/>
                </a:cubicBezTo>
                <a:cubicBezTo>
                  <a:pt x="3277621" y="5852717"/>
                  <a:pt x="2950990" y="5848633"/>
                  <a:pt x="2831564" y="5848350"/>
                </a:cubicBezTo>
                <a:cubicBezTo>
                  <a:pt x="2712138" y="5848067"/>
                  <a:pt x="2672623" y="5842076"/>
                  <a:pt x="2542349" y="5848350"/>
                </a:cubicBezTo>
                <a:cubicBezTo>
                  <a:pt x="2412076" y="5854624"/>
                  <a:pt x="2041988" y="5859810"/>
                  <a:pt x="1853741" y="5848350"/>
                </a:cubicBezTo>
                <a:cubicBezTo>
                  <a:pt x="1665494" y="5836890"/>
                  <a:pt x="1800087" y="5851913"/>
                  <a:pt x="1764222" y="5848350"/>
                </a:cubicBezTo>
                <a:cubicBezTo>
                  <a:pt x="1728357" y="5844787"/>
                  <a:pt x="1712118" y="5846241"/>
                  <a:pt x="1674703" y="5848350"/>
                </a:cubicBezTo>
                <a:cubicBezTo>
                  <a:pt x="1637288" y="5850459"/>
                  <a:pt x="942149" y="5804654"/>
                  <a:pt x="235513" y="5848350"/>
                </a:cubicBezTo>
                <a:cubicBezTo>
                  <a:pt x="79587" y="5848818"/>
                  <a:pt x="16585" y="5744639"/>
                  <a:pt x="0" y="5612837"/>
                </a:cubicBezTo>
                <a:cubicBezTo>
                  <a:pt x="21559" y="5460239"/>
                  <a:pt x="-17345" y="5290657"/>
                  <a:pt x="0" y="4994445"/>
                </a:cubicBezTo>
                <a:cubicBezTo>
                  <a:pt x="17345" y="4698233"/>
                  <a:pt x="-14221" y="4634471"/>
                  <a:pt x="0" y="4483599"/>
                </a:cubicBezTo>
                <a:cubicBezTo>
                  <a:pt x="14221" y="4332727"/>
                  <a:pt x="-2423" y="4057726"/>
                  <a:pt x="0" y="3918980"/>
                </a:cubicBezTo>
                <a:cubicBezTo>
                  <a:pt x="2423" y="3780234"/>
                  <a:pt x="28394" y="3577493"/>
                  <a:pt x="0" y="3300588"/>
                </a:cubicBezTo>
                <a:cubicBezTo>
                  <a:pt x="-28394" y="3023683"/>
                  <a:pt x="9486" y="2885131"/>
                  <a:pt x="0" y="2735969"/>
                </a:cubicBezTo>
                <a:cubicBezTo>
                  <a:pt x="-9486" y="2586807"/>
                  <a:pt x="11079" y="2309914"/>
                  <a:pt x="0" y="1956257"/>
                </a:cubicBezTo>
                <a:cubicBezTo>
                  <a:pt x="-11079" y="1602600"/>
                  <a:pt x="12179" y="1595542"/>
                  <a:pt x="0" y="1391638"/>
                </a:cubicBezTo>
                <a:cubicBezTo>
                  <a:pt x="-12179" y="1187734"/>
                  <a:pt x="20969" y="624576"/>
                  <a:pt x="0" y="235513"/>
                </a:cubicBezTo>
                <a:close/>
              </a:path>
              <a:path w="20440650" h="5848350" stroke="0" extrusionOk="0">
                <a:moveTo>
                  <a:pt x="0" y="235513"/>
                </a:moveTo>
                <a:cubicBezTo>
                  <a:pt x="-8671" y="100095"/>
                  <a:pt x="86569" y="7084"/>
                  <a:pt x="235513" y="0"/>
                </a:cubicBezTo>
                <a:cubicBezTo>
                  <a:pt x="557684" y="21943"/>
                  <a:pt x="896459" y="-16851"/>
                  <a:pt x="1323513" y="0"/>
                </a:cubicBezTo>
                <a:cubicBezTo>
                  <a:pt x="1750567" y="16851"/>
                  <a:pt x="1598098" y="-10765"/>
                  <a:pt x="1812425" y="0"/>
                </a:cubicBezTo>
                <a:cubicBezTo>
                  <a:pt x="2026752" y="10765"/>
                  <a:pt x="1974689" y="-323"/>
                  <a:pt x="2101640" y="0"/>
                </a:cubicBezTo>
                <a:cubicBezTo>
                  <a:pt x="2228591" y="323"/>
                  <a:pt x="2764348" y="-35236"/>
                  <a:pt x="2989944" y="0"/>
                </a:cubicBezTo>
                <a:cubicBezTo>
                  <a:pt x="3215540" y="35236"/>
                  <a:pt x="3317237" y="20383"/>
                  <a:pt x="3478855" y="0"/>
                </a:cubicBezTo>
                <a:cubicBezTo>
                  <a:pt x="3640473" y="-20383"/>
                  <a:pt x="4139345" y="-45636"/>
                  <a:pt x="4566856" y="0"/>
                </a:cubicBezTo>
                <a:cubicBezTo>
                  <a:pt x="4994367" y="45636"/>
                  <a:pt x="4767295" y="3258"/>
                  <a:pt x="4856071" y="0"/>
                </a:cubicBezTo>
                <a:cubicBezTo>
                  <a:pt x="4944847" y="-3258"/>
                  <a:pt x="5534962" y="-31781"/>
                  <a:pt x="5944071" y="0"/>
                </a:cubicBezTo>
                <a:cubicBezTo>
                  <a:pt x="6353180" y="31781"/>
                  <a:pt x="6014167" y="-2594"/>
                  <a:pt x="6033590" y="0"/>
                </a:cubicBezTo>
                <a:cubicBezTo>
                  <a:pt x="6053013" y="2594"/>
                  <a:pt x="6578093" y="-2890"/>
                  <a:pt x="6722198" y="0"/>
                </a:cubicBezTo>
                <a:cubicBezTo>
                  <a:pt x="6866303" y="2890"/>
                  <a:pt x="7188759" y="-3779"/>
                  <a:pt x="7410805" y="0"/>
                </a:cubicBezTo>
                <a:cubicBezTo>
                  <a:pt x="7632851" y="3779"/>
                  <a:pt x="7727454" y="4545"/>
                  <a:pt x="7899717" y="0"/>
                </a:cubicBezTo>
                <a:cubicBezTo>
                  <a:pt x="8071980" y="-4545"/>
                  <a:pt x="8631830" y="50964"/>
                  <a:pt x="8987717" y="0"/>
                </a:cubicBezTo>
                <a:cubicBezTo>
                  <a:pt x="9343604" y="-50964"/>
                  <a:pt x="9571531" y="43321"/>
                  <a:pt x="10075717" y="0"/>
                </a:cubicBezTo>
                <a:cubicBezTo>
                  <a:pt x="10579903" y="-43321"/>
                  <a:pt x="10241012" y="-3088"/>
                  <a:pt x="10364933" y="0"/>
                </a:cubicBezTo>
                <a:cubicBezTo>
                  <a:pt x="10488854" y="3088"/>
                  <a:pt x="10848081" y="-16262"/>
                  <a:pt x="11053540" y="0"/>
                </a:cubicBezTo>
                <a:cubicBezTo>
                  <a:pt x="11258999" y="16262"/>
                  <a:pt x="11708630" y="24266"/>
                  <a:pt x="12141541" y="0"/>
                </a:cubicBezTo>
                <a:cubicBezTo>
                  <a:pt x="12574452" y="-24266"/>
                  <a:pt x="12575633" y="32463"/>
                  <a:pt x="12830148" y="0"/>
                </a:cubicBezTo>
                <a:cubicBezTo>
                  <a:pt x="13084663" y="-32463"/>
                  <a:pt x="12882125" y="-2603"/>
                  <a:pt x="12919667" y="0"/>
                </a:cubicBezTo>
                <a:cubicBezTo>
                  <a:pt x="12957209" y="2603"/>
                  <a:pt x="13097916" y="13145"/>
                  <a:pt x="13208883" y="0"/>
                </a:cubicBezTo>
                <a:cubicBezTo>
                  <a:pt x="13319850" y="-13145"/>
                  <a:pt x="14041711" y="-18352"/>
                  <a:pt x="14296883" y="0"/>
                </a:cubicBezTo>
                <a:cubicBezTo>
                  <a:pt x="14552055" y="18352"/>
                  <a:pt x="14715324" y="2423"/>
                  <a:pt x="14985490" y="0"/>
                </a:cubicBezTo>
                <a:cubicBezTo>
                  <a:pt x="15255656" y="-2423"/>
                  <a:pt x="15185035" y="-2164"/>
                  <a:pt x="15274706" y="0"/>
                </a:cubicBezTo>
                <a:cubicBezTo>
                  <a:pt x="15364377" y="2164"/>
                  <a:pt x="15790277" y="23726"/>
                  <a:pt x="15963313" y="0"/>
                </a:cubicBezTo>
                <a:cubicBezTo>
                  <a:pt x="16136349" y="-23726"/>
                  <a:pt x="16010881" y="-266"/>
                  <a:pt x="16052832" y="0"/>
                </a:cubicBezTo>
                <a:cubicBezTo>
                  <a:pt x="16094783" y="266"/>
                  <a:pt x="16097811" y="2973"/>
                  <a:pt x="16142351" y="0"/>
                </a:cubicBezTo>
                <a:cubicBezTo>
                  <a:pt x="16186891" y="-2973"/>
                  <a:pt x="16585370" y="21112"/>
                  <a:pt x="16830959" y="0"/>
                </a:cubicBezTo>
                <a:cubicBezTo>
                  <a:pt x="17076548" y="-21112"/>
                  <a:pt x="17001902" y="12216"/>
                  <a:pt x="17120174" y="0"/>
                </a:cubicBezTo>
                <a:cubicBezTo>
                  <a:pt x="17238446" y="-12216"/>
                  <a:pt x="17790717" y="1567"/>
                  <a:pt x="18008478" y="0"/>
                </a:cubicBezTo>
                <a:cubicBezTo>
                  <a:pt x="18226239" y="-1567"/>
                  <a:pt x="18238460" y="5520"/>
                  <a:pt x="18297694" y="0"/>
                </a:cubicBezTo>
                <a:cubicBezTo>
                  <a:pt x="18356928" y="-5520"/>
                  <a:pt x="18964595" y="-24966"/>
                  <a:pt x="19185998" y="0"/>
                </a:cubicBezTo>
                <a:cubicBezTo>
                  <a:pt x="19407401" y="24966"/>
                  <a:pt x="19233527" y="-3115"/>
                  <a:pt x="19275517" y="0"/>
                </a:cubicBezTo>
                <a:cubicBezTo>
                  <a:pt x="19317507" y="3115"/>
                  <a:pt x="19791024" y="34106"/>
                  <a:pt x="20205137" y="0"/>
                </a:cubicBezTo>
                <a:cubicBezTo>
                  <a:pt x="20339348" y="3840"/>
                  <a:pt x="20452923" y="98105"/>
                  <a:pt x="20440650" y="235513"/>
                </a:cubicBezTo>
                <a:cubicBezTo>
                  <a:pt x="20454105" y="539907"/>
                  <a:pt x="20464431" y="687098"/>
                  <a:pt x="20440650" y="907679"/>
                </a:cubicBezTo>
                <a:cubicBezTo>
                  <a:pt x="20416869" y="1128260"/>
                  <a:pt x="20406579" y="1362439"/>
                  <a:pt x="20440650" y="1633617"/>
                </a:cubicBezTo>
                <a:cubicBezTo>
                  <a:pt x="20474721" y="1904795"/>
                  <a:pt x="20439952" y="1933765"/>
                  <a:pt x="20440650" y="2198236"/>
                </a:cubicBezTo>
                <a:cubicBezTo>
                  <a:pt x="20441348" y="2462707"/>
                  <a:pt x="20433350" y="2570670"/>
                  <a:pt x="20440650" y="2709082"/>
                </a:cubicBezTo>
                <a:cubicBezTo>
                  <a:pt x="20447950" y="2847494"/>
                  <a:pt x="20450351" y="3072420"/>
                  <a:pt x="20440650" y="3273701"/>
                </a:cubicBezTo>
                <a:cubicBezTo>
                  <a:pt x="20430949" y="3474982"/>
                  <a:pt x="20437303" y="3720446"/>
                  <a:pt x="20440650" y="3892093"/>
                </a:cubicBezTo>
                <a:cubicBezTo>
                  <a:pt x="20443997" y="4063740"/>
                  <a:pt x="20440340" y="4232615"/>
                  <a:pt x="20440650" y="4564259"/>
                </a:cubicBezTo>
                <a:cubicBezTo>
                  <a:pt x="20440960" y="4895903"/>
                  <a:pt x="20423675" y="5248709"/>
                  <a:pt x="20440650" y="5612837"/>
                </a:cubicBezTo>
                <a:cubicBezTo>
                  <a:pt x="20451933" y="5771908"/>
                  <a:pt x="20347682" y="5854153"/>
                  <a:pt x="20205137" y="5848350"/>
                </a:cubicBezTo>
                <a:cubicBezTo>
                  <a:pt x="19861052" y="5822804"/>
                  <a:pt x="19694950" y="5829176"/>
                  <a:pt x="19516529" y="5848350"/>
                </a:cubicBezTo>
                <a:cubicBezTo>
                  <a:pt x="19338108" y="5867524"/>
                  <a:pt x="19057886" y="5832650"/>
                  <a:pt x="18628225" y="5848350"/>
                </a:cubicBezTo>
                <a:cubicBezTo>
                  <a:pt x="18198564" y="5864050"/>
                  <a:pt x="18380955" y="5859191"/>
                  <a:pt x="18139314" y="5848350"/>
                </a:cubicBezTo>
                <a:cubicBezTo>
                  <a:pt x="17897673" y="5837509"/>
                  <a:pt x="17539503" y="5848112"/>
                  <a:pt x="17251010" y="5848350"/>
                </a:cubicBezTo>
                <a:cubicBezTo>
                  <a:pt x="16962517" y="5848588"/>
                  <a:pt x="17100846" y="5841022"/>
                  <a:pt x="16961795" y="5848350"/>
                </a:cubicBezTo>
                <a:cubicBezTo>
                  <a:pt x="16822745" y="5855678"/>
                  <a:pt x="16507225" y="5855141"/>
                  <a:pt x="16273187" y="5848350"/>
                </a:cubicBezTo>
                <a:cubicBezTo>
                  <a:pt x="16039149" y="5841559"/>
                  <a:pt x="16211731" y="5846848"/>
                  <a:pt x="16183668" y="5848350"/>
                </a:cubicBezTo>
                <a:cubicBezTo>
                  <a:pt x="16155605" y="5849852"/>
                  <a:pt x="15543445" y="5837723"/>
                  <a:pt x="15095668" y="5848350"/>
                </a:cubicBezTo>
                <a:cubicBezTo>
                  <a:pt x="14647891" y="5858977"/>
                  <a:pt x="14708162" y="5845681"/>
                  <a:pt x="14407060" y="5848350"/>
                </a:cubicBezTo>
                <a:cubicBezTo>
                  <a:pt x="14105958" y="5851019"/>
                  <a:pt x="13858736" y="5876398"/>
                  <a:pt x="13319060" y="5848350"/>
                </a:cubicBezTo>
                <a:cubicBezTo>
                  <a:pt x="12779384" y="5820302"/>
                  <a:pt x="12960010" y="5837514"/>
                  <a:pt x="12830148" y="5848350"/>
                </a:cubicBezTo>
                <a:cubicBezTo>
                  <a:pt x="12700286" y="5859186"/>
                  <a:pt x="12672825" y="5851212"/>
                  <a:pt x="12540933" y="5848350"/>
                </a:cubicBezTo>
                <a:cubicBezTo>
                  <a:pt x="12409042" y="5845488"/>
                  <a:pt x="12093103" y="5832721"/>
                  <a:pt x="11852325" y="5848350"/>
                </a:cubicBezTo>
                <a:cubicBezTo>
                  <a:pt x="11611547" y="5863979"/>
                  <a:pt x="11316242" y="5821751"/>
                  <a:pt x="10964021" y="5848350"/>
                </a:cubicBezTo>
                <a:cubicBezTo>
                  <a:pt x="10611800" y="5874949"/>
                  <a:pt x="10257143" y="5827200"/>
                  <a:pt x="9876021" y="5848350"/>
                </a:cubicBezTo>
                <a:cubicBezTo>
                  <a:pt x="9494899" y="5869500"/>
                  <a:pt x="9301559" y="5851384"/>
                  <a:pt x="8987717" y="5848350"/>
                </a:cubicBezTo>
                <a:cubicBezTo>
                  <a:pt x="8673875" y="5845316"/>
                  <a:pt x="8122364" y="5892302"/>
                  <a:pt x="7899717" y="5848350"/>
                </a:cubicBezTo>
                <a:cubicBezTo>
                  <a:pt x="7677070" y="5804398"/>
                  <a:pt x="7360493" y="5854862"/>
                  <a:pt x="7011413" y="5848350"/>
                </a:cubicBezTo>
                <a:cubicBezTo>
                  <a:pt x="6662333" y="5841838"/>
                  <a:pt x="6817155" y="5839025"/>
                  <a:pt x="6722198" y="5848350"/>
                </a:cubicBezTo>
                <a:cubicBezTo>
                  <a:pt x="6627242" y="5857675"/>
                  <a:pt x="6099900" y="5837754"/>
                  <a:pt x="5833894" y="5848350"/>
                </a:cubicBezTo>
                <a:cubicBezTo>
                  <a:pt x="5567888" y="5858946"/>
                  <a:pt x="5502606" y="5864654"/>
                  <a:pt x="5344982" y="5848350"/>
                </a:cubicBezTo>
                <a:cubicBezTo>
                  <a:pt x="5187358" y="5832046"/>
                  <a:pt x="5131849" y="5842891"/>
                  <a:pt x="5055767" y="5848350"/>
                </a:cubicBezTo>
                <a:cubicBezTo>
                  <a:pt x="4979685" y="5853809"/>
                  <a:pt x="5006032" y="5848254"/>
                  <a:pt x="4966248" y="5848350"/>
                </a:cubicBezTo>
                <a:cubicBezTo>
                  <a:pt x="4926464" y="5848446"/>
                  <a:pt x="4745918" y="5841782"/>
                  <a:pt x="4677033" y="5848350"/>
                </a:cubicBezTo>
                <a:cubicBezTo>
                  <a:pt x="4608149" y="5854918"/>
                  <a:pt x="4496111" y="5839506"/>
                  <a:pt x="4387818" y="5848350"/>
                </a:cubicBezTo>
                <a:cubicBezTo>
                  <a:pt x="4279526" y="5857194"/>
                  <a:pt x="3860973" y="5817323"/>
                  <a:pt x="3699210" y="5848350"/>
                </a:cubicBezTo>
                <a:cubicBezTo>
                  <a:pt x="3537447" y="5879377"/>
                  <a:pt x="3331950" y="5860413"/>
                  <a:pt x="3010602" y="5848350"/>
                </a:cubicBezTo>
                <a:cubicBezTo>
                  <a:pt x="2689254" y="5836287"/>
                  <a:pt x="2646414" y="5856206"/>
                  <a:pt x="2521691" y="5848350"/>
                </a:cubicBezTo>
                <a:cubicBezTo>
                  <a:pt x="2396968" y="5840494"/>
                  <a:pt x="1719142" y="5840185"/>
                  <a:pt x="1433690" y="5848350"/>
                </a:cubicBezTo>
                <a:cubicBezTo>
                  <a:pt x="1148238" y="5856515"/>
                  <a:pt x="1228594" y="5856645"/>
                  <a:pt x="1144475" y="5848350"/>
                </a:cubicBezTo>
                <a:cubicBezTo>
                  <a:pt x="1060356" y="5840055"/>
                  <a:pt x="570506" y="5827286"/>
                  <a:pt x="235513" y="5848350"/>
                </a:cubicBezTo>
                <a:cubicBezTo>
                  <a:pt x="124279" y="5841735"/>
                  <a:pt x="9037" y="5721224"/>
                  <a:pt x="0" y="5612837"/>
                </a:cubicBezTo>
                <a:cubicBezTo>
                  <a:pt x="-6418" y="5384599"/>
                  <a:pt x="5973" y="5209650"/>
                  <a:pt x="0" y="5048218"/>
                </a:cubicBezTo>
                <a:cubicBezTo>
                  <a:pt x="-5973" y="4886786"/>
                  <a:pt x="7056" y="4769113"/>
                  <a:pt x="0" y="4537372"/>
                </a:cubicBezTo>
                <a:cubicBezTo>
                  <a:pt x="-7056" y="4305631"/>
                  <a:pt x="-7802" y="4035171"/>
                  <a:pt x="0" y="3757660"/>
                </a:cubicBezTo>
                <a:cubicBezTo>
                  <a:pt x="7802" y="3480149"/>
                  <a:pt x="25320" y="3220548"/>
                  <a:pt x="0" y="2977948"/>
                </a:cubicBezTo>
                <a:cubicBezTo>
                  <a:pt x="-25320" y="2735348"/>
                  <a:pt x="10534" y="2600860"/>
                  <a:pt x="0" y="2467102"/>
                </a:cubicBezTo>
                <a:cubicBezTo>
                  <a:pt x="-10534" y="2333344"/>
                  <a:pt x="13497" y="2006149"/>
                  <a:pt x="0" y="1794937"/>
                </a:cubicBezTo>
                <a:cubicBezTo>
                  <a:pt x="-13497" y="1583725"/>
                  <a:pt x="7597" y="1449597"/>
                  <a:pt x="0" y="1176545"/>
                </a:cubicBezTo>
                <a:cubicBezTo>
                  <a:pt x="-7597" y="903493"/>
                  <a:pt x="46819" y="509034"/>
                  <a:pt x="0" y="235513"/>
                </a:cubicBezTo>
                <a:close/>
              </a:path>
            </a:pathLst>
          </a:custGeom>
          <a:solidFill>
            <a:srgbClr val="F6F3FA"/>
          </a:solidFill>
          <a:ln w="34925">
            <a:solidFill>
              <a:srgbClr val="6D748E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2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</p:sp>
      <p:sp>
        <p:nvSpPr>
          <p:cNvPr id="25" name="fw13-step-0">
            <a:extLst>
              <a:ext uri="{FF2B5EF4-FFF2-40B4-BE49-F238E27FC236}">
                <a16:creationId xmlns:a16="http://schemas.microsoft.com/office/drawing/2014/main" id="{58BD069D-7177-79AD-24F5-F35A513F1A48}"/>
              </a:ext>
            </a:extLst>
          </p:cNvPr>
          <p:cNvSpPr>
            <a:spLocks noGrp="1"/>
          </p:cNvSpPr>
          <p:nvPr/>
        </p:nvSpPr>
        <p:spPr>
          <a:xfrm>
            <a:off x="342900" y="10363200"/>
            <a:ext cx="20440650" cy="6534150"/>
          </a:xfrm>
          <a:custGeom>
            <a:avLst/>
            <a:gdLst>
              <a:gd name="csX0" fmla="*/ 0 w 20440650"/>
              <a:gd name="csY0" fmla="*/ 263130 h 6534150"/>
              <a:gd name="csX1" fmla="*/ 263130 w 20440650"/>
              <a:gd name="csY1" fmla="*/ 0 h 6534150"/>
              <a:gd name="csX2" fmla="*/ 352401 w 20440650"/>
              <a:gd name="csY2" fmla="*/ 0 h 6534150"/>
              <a:gd name="csX3" fmla="*/ 1039105 w 20440650"/>
              <a:gd name="csY3" fmla="*/ 0 h 6534150"/>
              <a:gd name="csX4" fmla="*/ 1924952 w 20440650"/>
              <a:gd name="csY4" fmla="*/ 0 h 6534150"/>
              <a:gd name="csX5" fmla="*/ 2412511 w 20440650"/>
              <a:gd name="csY5" fmla="*/ 0 h 6534150"/>
              <a:gd name="csX6" fmla="*/ 2700926 w 20440650"/>
              <a:gd name="csY6" fmla="*/ 0 h 6534150"/>
              <a:gd name="csX7" fmla="*/ 2989341 w 20440650"/>
              <a:gd name="csY7" fmla="*/ 0 h 6534150"/>
              <a:gd name="csX8" fmla="*/ 3875188 w 20440650"/>
              <a:gd name="csY8" fmla="*/ 0 h 6534150"/>
              <a:gd name="csX9" fmla="*/ 3964460 w 20440650"/>
              <a:gd name="csY9" fmla="*/ 0 h 6534150"/>
              <a:gd name="csX10" fmla="*/ 4452019 w 20440650"/>
              <a:gd name="csY10" fmla="*/ 0 h 6534150"/>
              <a:gd name="csX11" fmla="*/ 5138722 w 20440650"/>
              <a:gd name="csY11" fmla="*/ 0 h 6534150"/>
              <a:gd name="csX12" fmla="*/ 5427137 w 20440650"/>
              <a:gd name="csY12" fmla="*/ 0 h 6534150"/>
              <a:gd name="csX13" fmla="*/ 6512128 w 20440650"/>
              <a:gd name="csY13" fmla="*/ 0 h 6534150"/>
              <a:gd name="csX14" fmla="*/ 6601400 w 20440650"/>
              <a:gd name="csY14" fmla="*/ 0 h 6534150"/>
              <a:gd name="csX15" fmla="*/ 6690671 w 20440650"/>
              <a:gd name="csY15" fmla="*/ 0 h 6534150"/>
              <a:gd name="csX16" fmla="*/ 7178230 w 20440650"/>
              <a:gd name="csY16" fmla="*/ 0 h 6534150"/>
              <a:gd name="csX17" fmla="*/ 7864933 w 20440650"/>
              <a:gd name="csY17" fmla="*/ 0 h 6534150"/>
              <a:gd name="csX18" fmla="*/ 8750780 w 20440650"/>
              <a:gd name="csY18" fmla="*/ 0 h 6534150"/>
              <a:gd name="csX19" fmla="*/ 9636627 w 20440650"/>
              <a:gd name="csY19" fmla="*/ 0 h 6534150"/>
              <a:gd name="csX20" fmla="*/ 10721618 w 20440650"/>
              <a:gd name="csY20" fmla="*/ 0 h 6534150"/>
              <a:gd name="csX21" fmla="*/ 11408321 w 20440650"/>
              <a:gd name="csY21" fmla="*/ 0 h 6534150"/>
              <a:gd name="csX22" fmla="*/ 11497593 w 20440650"/>
              <a:gd name="csY22" fmla="*/ 0 h 6534150"/>
              <a:gd name="csX23" fmla="*/ 12582584 w 20440650"/>
              <a:gd name="csY23" fmla="*/ 0 h 6534150"/>
              <a:gd name="csX24" fmla="*/ 13269287 w 20440650"/>
              <a:gd name="csY24" fmla="*/ 0 h 6534150"/>
              <a:gd name="csX25" fmla="*/ 13955990 w 20440650"/>
              <a:gd name="csY25" fmla="*/ 0 h 6534150"/>
              <a:gd name="csX26" fmla="*/ 14244405 w 20440650"/>
              <a:gd name="csY26" fmla="*/ 0 h 6534150"/>
              <a:gd name="csX27" fmla="*/ 15329396 w 20440650"/>
              <a:gd name="csY27" fmla="*/ 0 h 6534150"/>
              <a:gd name="csX28" fmla="*/ 15617811 w 20440650"/>
              <a:gd name="csY28" fmla="*/ 0 h 6534150"/>
              <a:gd name="csX29" fmla="*/ 16702802 w 20440650"/>
              <a:gd name="csY29" fmla="*/ 0 h 6534150"/>
              <a:gd name="csX30" fmla="*/ 16792074 w 20440650"/>
              <a:gd name="csY30" fmla="*/ 0 h 6534150"/>
              <a:gd name="csX31" fmla="*/ 17677921 w 20440650"/>
              <a:gd name="csY31" fmla="*/ 0 h 6534150"/>
              <a:gd name="csX32" fmla="*/ 18762912 w 20440650"/>
              <a:gd name="csY32" fmla="*/ 0 h 6534150"/>
              <a:gd name="csX33" fmla="*/ 20177520 w 20440650"/>
              <a:gd name="csY33" fmla="*/ 0 h 6534150"/>
              <a:gd name="csX34" fmla="*/ 20440650 w 20440650"/>
              <a:gd name="csY34" fmla="*/ 263130 h 6534150"/>
              <a:gd name="csX35" fmla="*/ 20440650 w 20440650"/>
              <a:gd name="csY35" fmla="*/ 810516 h 6534150"/>
              <a:gd name="csX36" fmla="*/ 20440650 w 20440650"/>
              <a:gd name="csY36" fmla="*/ 1417980 h 6534150"/>
              <a:gd name="csX37" fmla="*/ 20440650 w 20440650"/>
              <a:gd name="csY37" fmla="*/ 2205681 h 6534150"/>
              <a:gd name="csX38" fmla="*/ 20440650 w 20440650"/>
              <a:gd name="csY38" fmla="*/ 2933303 h 6534150"/>
              <a:gd name="csX39" fmla="*/ 20440650 w 20440650"/>
              <a:gd name="csY39" fmla="*/ 3420610 h 6534150"/>
              <a:gd name="csX40" fmla="*/ 20440650 w 20440650"/>
              <a:gd name="csY40" fmla="*/ 3907917 h 6534150"/>
              <a:gd name="csX41" fmla="*/ 20440650 w 20440650"/>
              <a:gd name="csY41" fmla="*/ 4695618 h 6534150"/>
              <a:gd name="csX42" fmla="*/ 20440650 w 20440650"/>
              <a:gd name="csY42" fmla="*/ 5182924 h 6534150"/>
              <a:gd name="csX43" fmla="*/ 20440650 w 20440650"/>
              <a:gd name="csY43" fmla="*/ 5670231 h 6534150"/>
              <a:gd name="csX44" fmla="*/ 20440650 w 20440650"/>
              <a:gd name="csY44" fmla="*/ 6271020 h 6534150"/>
              <a:gd name="csX45" fmla="*/ 20177520 w 20440650"/>
              <a:gd name="csY45" fmla="*/ 6534150 h 6534150"/>
              <a:gd name="csX46" fmla="*/ 19490817 w 20440650"/>
              <a:gd name="csY46" fmla="*/ 6534150 h 6534150"/>
              <a:gd name="csX47" fmla="*/ 18405826 w 20440650"/>
              <a:gd name="csY47" fmla="*/ 6534150 h 6534150"/>
              <a:gd name="csX48" fmla="*/ 17519979 w 20440650"/>
              <a:gd name="csY48" fmla="*/ 6534150 h 6534150"/>
              <a:gd name="csX49" fmla="*/ 17430708 w 20440650"/>
              <a:gd name="csY49" fmla="*/ 6534150 h 6534150"/>
              <a:gd name="csX50" fmla="*/ 16943148 w 20440650"/>
              <a:gd name="csY50" fmla="*/ 6534150 h 6534150"/>
              <a:gd name="csX51" fmla="*/ 15858157 w 20440650"/>
              <a:gd name="csY51" fmla="*/ 6534150 h 6534150"/>
              <a:gd name="csX52" fmla="*/ 14773167 w 20440650"/>
              <a:gd name="csY52" fmla="*/ 6534150 h 6534150"/>
              <a:gd name="csX53" fmla="*/ 14285607 w 20440650"/>
              <a:gd name="csY53" fmla="*/ 6534150 h 6534150"/>
              <a:gd name="csX54" fmla="*/ 13798048 w 20440650"/>
              <a:gd name="csY54" fmla="*/ 6534150 h 6534150"/>
              <a:gd name="csX55" fmla="*/ 12912201 w 20440650"/>
              <a:gd name="csY55" fmla="*/ 6534150 h 6534150"/>
              <a:gd name="csX56" fmla="*/ 12623786 w 20440650"/>
              <a:gd name="csY56" fmla="*/ 6534150 h 6534150"/>
              <a:gd name="csX57" fmla="*/ 12335371 w 20440650"/>
              <a:gd name="csY57" fmla="*/ 6534150 h 6534150"/>
              <a:gd name="csX58" fmla="*/ 11847811 w 20440650"/>
              <a:gd name="csY58" fmla="*/ 6534150 h 6534150"/>
              <a:gd name="csX59" fmla="*/ 11161108 w 20440650"/>
              <a:gd name="csY59" fmla="*/ 6534150 h 6534150"/>
              <a:gd name="csX60" fmla="*/ 10673549 w 20440650"/>
              <a:gd name="csY60" fmla="*/ 6534150 h 6534150"/>
              <a:gd name="csX61" fmla="*/ 10385134 w 20440650"/>
              <a:gd name="csY61" fmla="*/ 6534150 h 6534150"/>
              <a:gd name="csX62" fmla="*/ 10096718 w 20440650"/>
              <a:gd name="csY62" fmla="*/ 6534150 h 6534150"/>
              <a:gd name="csX63" fmla="*/ 9410015 w 20440650"/>
              <a:gd name="csY63" fmla="*/ 6534150 h 6534150"/>
              <a:gd name="csX64" fmla="*/ 9121600 w 20440650"/>
              <a:gd name="csY64" fmla="*/ 6534150 h 6534150"/>
              <a:gd name="csX65" fmla="*/ 8833185 w 20440650"/>
              <a:gd name="csY65" fmla="*/ 6534150 h 6534150"/>
              <a:gd name="csX66" fmla="*/ 8544769 w 20440650"/>
              <a:gd name="csY66" fmla="*/ 6534150 h 6534150"/>
              <a:gd name="csX67" fmla="*/ 7459779 w 20440650"/>
              <a:gd name="csY67" fmla="*/ 6534150 h 6534150"/>
              <a:gd name="csX68" fmla="*/ 7370507 w 20440650"/>
              <a:gd name="csY68" fmla="*/ 6534150 h 6534150"/>
              <a:gd name="csX69" fmla="*/ 7281236 w 20440650"/>
              <a:gd name="csY69" fmla="*/ 6534150 h 6534150"/>
              <a:gd name="csX70" fmla="*/ 6793677 w 20440650"/>
              <a:gd name="csY70" fmla="*/ 6534150 h 6534150"/>
              <a:gd name="csX71" fmla="*/ 6505261 w 20440650"/>
              <a:gd name="csY71" fmla="*/ 6534150 h 6534150"/>
              <a:gd name="csX72" fmla="*/ 5818558 w 20440650"/>
              <a:gd name="csY72" fmla="*/ 6534150 h 6534150"/>
              <a:gd name="csX73" fmla="*/ 5729287 w 20440650"/>
              <a:gd name="csY73" fmla="*/ 6534150 h 6534150"/>
              <a:gd name="csX74" fmla="*/ 5640015 w 20440650"/>
              <a:gd name="csY74" fmla="*/ 6534150 h 6534150"/>
              <a:gd name="csX75" fmla="*/ 4555024 w 20440650"/>
              <a:gd name="csY75" fmla="*/ 6534150 h 6534150"/>
              <a:gd name="csX76" fmla="*/ 4465753 w 20440650"/>
              <a:gd name="csY76" fmla="*/ 6534150 h 6534150"/>
              <a:gd name="csX77" fmla="*/ 3978194 w 20440650"/>
              <a:gd name="csY77" fmla="*/ 6534150 h 6534150"/>
              <a:gd name="csX78" fmla="*/ 3092347 w 20440650"/>
              <a:gd name="csY78" fmla="*/ 6534150 h 6534150"/>
              <a:gd name="csX79" fmla="*/ 3003075 w 20440650"/>
              <a:gd name="csY79" fmla="*/ 6534150 h 6534150"/>
              <a:gd name="csX80" fmla="*/ 2714660 w 20440650"/>
              <a:gd name="csY80" fmla="*/ 6534150 h 6534150"/>
              <a:gd name="csX81" fmla="*/ 2227101 w 20440650"/>
              <a:gd name="csY81" fmla="*/ 6534150 h 6534150"/>
              <a:gd name="csX82" fmla="*/ 1938686 w 20440650"/>
              <a:gd name="csY82" fmla="*/ 6534150 h 6534150"/>
              <a:gd name="csX83" fmla="*/ 853695 w 20440650"/>
              <a:gd name="csY83" fmla="*/ 6534150 h 6534150"/>
              <a:gd name="csX84" fmla="*/ 263130 w 20440650"/>
              <a:gd name="csY84" fmla="*/ 6534150 h 6534150"/>
              <a:gd name="csX85" fmla="*/ 0 w 20440650"/>
              <a:gd name="csY85" fmla="*/ 6271020 h 6534150"/>
              <a:gd name="csX86" fmla="*/ 0 w 20440650"/>
              <a:gd name="csY86" fmla="*/ 5783713 h 6534150"/>
              <a:gd name="csX87" fmla="*/ 0 w 20440650"/>
              <a:gd name="csY87" fmla="*/ 5296407 h 6534150"/>
              <a:gd name="csX88" fmla="*/ 0 w 20440650"/>
              <a:gd name="csY88" fmla="*/ 4568785 h 6534150"/>
              <a:gd name="csX89" fmla="*/ 0 w 20440650"/>
              <a:gd name="csY89" fmla="*/ 3901241 h 6534150"/>
              <a:gd name="csX90" fmla="*/ 0 w 20440650"/>
              <a:gd name="csY90" fmla="*/ 3173619 h 6534150"/>
              <a:gd name="csX91" fmla="*/ 0 w 20440650"/>
              <a:gd name="csY91" fmla="*/ 2385918 h 6534150"/>
              <a:gd name="csX92" fmla="*/ 0 w 20440650"/>
              <a:gd name="csY92" fmla="*/ 1658296 h 6534150"/>
              <a:gd name="csX93" fmla="*/ 0 w 20440650"/>
              <a:gd name="csY93" fmla="*/ 1170989 h 6534150"/>
              <a:gd name="csX94" fmla="*/ 0 w 20440650"/>
              <a:gd name="csY94" fmla="*/ 263130 h 65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20440650" h="6534150" fill="none" extrusionOk="0">
                <a:moveTo>
                  <a:pt x="0" y="263130"/>
                </a:moveTo>
                <a:cubicBezTo>
                  <a:pt x="-2204" y="128908"/>
                  <a:pt x="104057" y="-25851"/>
                  <a:pt x="263130" y="0"/>
                </a:cubicBezTo>
                <a:cubicBezTo>
                  <a:pt x="285879" y="3181"/>
                  <a:pt x="327388" y="1780"/>
                  <a:pt x="352401" y="0"/>
                </a:cubicBezTo>
                <a:cubicBezTo>
                  <a:pt x="377414" y="-1780"/>
                  <a:pt x="706520" y="-24155"/>
                  <a:pt x="1039105" y="0"/>
                </a:cubicBezTo>
                <a:cubicBezTo>
                  <a:pt x="1371690" y="24155"/>
                  <a:pt x="1539894" y="-36952"/>
                  <a:pt x="1924952" y="0"/>
                </a:cubicBezTo>
                <a:cubicBezTo>
                  <a:pt x="2310010" y="36952"/>
                  <a:pt x="2247603" y="23996"/>
                  <a:pt x="2412511" y="0"/>
                </a:cubicBezTo>
                <a:cubicBezTo>
                  <a:pt x="2577419" y="-23996"/>
                  <a:pt x="2575905" y="6544"/>
                  <a:pt x="2700926" y="0"/>
                </a:cubicBezTo>
                <a:cubicBezTo>
                  <a:pt x="2825948" y="-6544"/>
                  <a:pt x="2876267" y="10290"/>
                  <a:pt x="2989341" y="0"/>
                </a:cubicBezTo>
                <a:cubicBezTo>
                  <a:pt x="3102416" y="-10290"/>
                  <a:pt x="3446251" y="27724"/>
                  <a:pt x="3875188" y="0"/>
                </a:cubicBezTo>
                <a:cubicBezTo>
                  <a:pt x="4304125" y="-27724"/>
                  <a:pt x="3935575" y="4294"/>
                  <a:pt x="3964460" y="0"/>
                </a:cubicBezTo>
                <a:cubicBezTo>
                  <a:pt x="3993345" y="-4294"/>
                  <a:pt x="4248219" y="9959"/>
                  <a:pt x="4452019" y="0"/>
                </a:cubicBezTo>
                <a:cubicBezTo>
                  <a:pt x="4655819" y="-9959"/>
                  <a:pt x="4903615" y="-2296"/>
                  <a:pt x="5138722" y="0"/>
                </a:cubicBezTo>
                <a:cubicBezTo>
                  <a:pt x="5373829" y="2296"/>
                  <a:pt x="5363005" y="-7179"/>
                  <a:pt x="5427137" y="0"/>
                </a:cubicBezTo>
                <a:cubicBezTo>
                  <a:pt x="5491270" y="7179"/>
                  <a:pt x="5994008" y="43848"/>
                  <a:pt x="6512128" y="0"/>
                </a:cubicBezTo>
                <a:cubicBezTo>
                  <a:pt x="7030248" y="-43848"/>
                  <a:pt x="6573544" y="1207"/>
                  <a:pt x="6601400" y="0"/>
                </a:cubicBezTo>
                <a:cubicBezTo>
                  <a:pt x="6629256" y="-1207"/>
                  <a:pt x="6670386" y="1775"/>
                  <a:pt x="6690671" y="0"/>
                </a:cubicBezTo>
                <a:cubicBezTo>
                  <a:pt x="6710956" y="-1775"/>
                  <a:pt x="7009592" y="7410"/>
                  <a:pt x="7178230" y="0"/>
                </a:cubicBezTo>
                <a:cubicBezTo>
                  <a:pt x="7346868" y="-7410"/>
                  <a:pt x="7581532" y="-24955"/>
                  <a:pt x="7864933" y="0"/>
                </a:cubicBezTo>
                <a:cubicBezTo>
                  <a:pt x="8148334" y="24955"/>
                  <a:pt x="8359693" y="13145"/>
                  <a:pt x="8750780" y="0"/>
                </a:cubicBezTo>
                <a:cubicBezTo>
                  <a:pt x="9141867" y="-13145"/>
                  <a:pt x="9235047" y="-10192"/>
                  <a:pt x="9636627" y="0"/>
                </a:cubicBezTo>
                <a:cubicBezTo>
                  <a:pt x="10038207" y="10192"/>
                  <a:pt x="10373466" y="-15192"/>
                  <a:pt x="10721618" y="0"/>
                </a:cubicBezTo>
                <a:cubicBezTo>
                  <a:pt x="11069770" y="15192"/>
                  <a:pt x="11219863" y="-20995"/>
                  <a:pt x="11408321" y="0"/>
                </a:cubicBezTo>
                <a:cubicBezTo>
                  <a:pt x="11596779" y="20995"/>
                  <a:pt x="11453433" y="-834"/>
                  <a:pt x="11497593" y="0"/>
                </a:cubicBezTo>
                <a:cubicBezTo>
                  <a:pt x="11541753" y="834"/>
                  <a:pt x="12281044" y="8306"/>
                  <a:pt x="12582584" y="0"/>
                </a:cubicBezTo>
                <a:cubicBezTo>
                  <a:pt x="12884124" y="-8306"/>
                  <a:pt x="13115237" y="14840"/>
                  <a:pt x="13269287" y="0"/>
                </a:cubicBezTo>
                <a:cubicBezTo>
                  <a:pt x="13423337" y="-14840"/>
                  <a:pt x="13752483" y="-13959"/>
                  <a:pt x="13955990" y="0"/>
                </a:cubicBezTo>
                <a:cubicBezTo>
                  <a:pt x="14159497" y="13959"/>
                  <a:pt x="14140710" y="-1482"/>
                  <a:pt x="14244405" y="0"/>
                </a:cubicBezTo>
                <a:cubicBezTo>
                  <a:pt x="14348100" y="1482"/>
                  <a:pt x="14891033" y="45293"/>
                  <a:pt x="15329396" y="0"/>
                </a:cubicBezTo>
                <a:cubicBezTo>
                  <a:pt x="15767759" y="-45293"/>
                  <a:pt x="15488593" y="6324"/>
                  <a:pt x="15617811" y="0"/>
                </a:cubicBezTo>
                <a:cubicBezTo>
                  <a:pt x="15747030" y="-6324"/>
                  <a:pt x="16471796" y="-44365"/>
                  <a:pt x="16702802" y="0"/>
                </a:cubicBezTo>
                <a:cubicBezTo>
                  <a:pt x="16933808" y="44365"/>
                  <a:pt x="16759681" y="-2993"/>
                  <a:pt x="16792074" y="0"/>
                </a:cubicBezTo>
                <a:cubicBezTo>
                  <a:pt x="16824467" y="2993"/>
                  <a:pt x="17320917" y="-4702"/>
                  <a:pt x="17677921" y="0"/>
                </a:cubicBezTo>
                <a:cubicBezTo>
                  <a:pt x="18034925" y="4702"/>
                  <a:pt x="18441992" y="-54096"/>
                  <a:pt x="18762912" y="0"/>
                </a:cubicBezTo>
                <a:cubicBezTo>
                  <a:pt x="19083832" y="54096"/>
                  <a:pt x="19566456" y="70315"/>
                  <a:pt x="20177520" y="0"/>
                </a:cubicBezTo>
                <a:cubicBezTo>
                  <a:pt x="20302804" y="18932"/>
                  <a:pt x="20459594" y="144367"/>
                  <a:pt x="20440650" y="263130"/>
                </a:cubicBezTo>
                <a:cubicBezTo>
                  <a:pt x="20416018" y="451890"/>
                  <a:pt x="20453716" y="538075"/>
                  <a:pt x="20440650" y="810516"/>
                </a:cubicBezTo>
                <a:cubicBezTo>
                  <a:pt x="20427584" y="1082957"/>
                  <a:pt x="20441755" y="1142277"/>
                  <a:pt x="20440650" y="1417980"/>
                </a:cubicBezTo>
                <a:cubicBezTo>
                  <a:pt x="20439545" y="1693683"/>
                  <a:pt x="20465902" y="1966840"/>
                  <a:pt x="20440650" y="2205681"/>
                </a:cubicBezTo>
                <a:cubicBezTo>
                  <a:pt x="20415398" y="2444522"/>
                  <a:pt x="20444926" y="2761372"/>
                  <a:pt x="20440650" y="2933303"/>
                </a:cubicBezTo>
                <a:cubicBezTo>
                  <a:pt x="20436374" y="3105234"/>
                  <a:pt x="20427586" y="3250776"/>
                  <a:pt x="20440650" y="3420610"/>
                </a:cubicBezTo>
                <a:cubicBezTo>
                  <a:pt x="20453714" y="3590444"/>
                  <a:pt x="20421924" y="3704691"/>
                  <a:pt x="20440650" y="3907917"/>
                </a:cubicBezTo>
                <a:cubicBezTo>
                  <a:pt x="20459376" y="4111143"/>
                  <a:pt x="20412964" y="4495911"/>
                  <a:pt x="20440650" y="4695618"/>
                </a:cubicBezTo>
                <a:cubicBezTo>
                  <a:pt x="20468336" y="4895325"/>
                  <a:pt x="20428566" y="5010178"/>
                  <a:pt x="20440650" y="5182924"/>
                </a:cubicBezTo>
                <a:cubicBezTo>
                  <a:pt x="20452734" y="5355670"/>
                  <a:pt x="20422694" y="5436346"/>
                  <a:pt x="20440650" y="5670231"/>
                </a:cubicBezTo>
                <a:cubicBezTo>
                  <a:pt x="20458606" y="5904116"/>
                  <a:pt x="20457987" y="6031320"/>
                  <a:pt x="20440650" y="6271020"/>
                </a:cubicBezTo>
                <a:cubicBezTo>
                  <a:pt x="20421611" y="6424703"/>
                  <a:pt x="20314992" y="6534037"/>
                  <a:pt x="20177520" y="6534150"/>
                </a:cubicBezTo>
                <a:cubicBezTo>
                  <a:pt x="19973668" y="6561547"/>
                  <a:pt x="19789635" y="6543531"/>
                  <a:pt x="19490817" y="6534150"/>
                </a:cubicBezTo>
                <a:cubicBezTo>
                  <a:pt x="19191999" y="6524769"/>
                  <a:pt x="18933526" y="6483063"/>
                  <a:pt x="18405826" y="6534150"/>
                </a:cubicBezTo>
                <a:cubicBezTo>
                  <a:pt x="17878126" y="6585237"/>
                  <a:pt x="17699712" y="6577458"/>
                  <a:pt x="17519979" y="6534150"/>
                </a:cubicBezTo>
                <a:cubicBezTo>
                  <a:pt x="17340246" y="6490842"/>
                  <a:pt x="17471485" y="6533692"/>
                  <a:pt x="17430708" y="6534150"/>
                </a:cubicBezTo>
                <a:cubicBezTo>
                  <a:pt x="17389931" y="6534608"/>
                  <a:pt x="17084790" y="6513654"/>
                  <a:pt x="16943148" y="6534150"/>
                </a:cubicBezTo>
                <a:cubicBezTo>
                  <a:pt x="16801506" y="6554646"/>
                  <a:pt x="16322449" y="6559560"/>
                  <a:pt x="15858157" y="6534150"/>
                </a:cubicBezTo>
                <a:cubicBezTo>
                  <a:pt x="15393865" y="6508740"/>
                  <a:pt x="15147327" y="6550943"/>
                  <a:pt x="14773167" y="6534150"/>
                </a:cubicBezTo>
                <a:cubicBezTo>
                  <a:pt x="14399007" y="6517358"/>
                  <a:pt x="14521511" y="6527830"/>
                  <a:pt x="14285607" y="6534150"/>
                </a:cubicBezTo>
                <a:cubicBezTo>
                  <a:pt x="14049703" y="6540470"/>
                  <a:pt x="13944208" y="6552679"/>
                  <a:pt x="13798048" y="6534150"/>
                </a:cubicBezTo>
                <a:cubicBezTo>
                  <a:pt x="13651888" y="6515621"/>
                  <a:pt x="13248380" y="6516961"/>
                  <a:pt x="12912201" y="6534150"/>
                </a:cubicBezTo>
                <a:cubicBezTo>
                  <a:pt x="12576022" y="6551339"/>
                  <a:pt x="12686523" y="6533741"/>
                  <a:pt x="12623786" y="6534150"/>
                </a:cubicBezTo>
                <a:cubicBezTo>
                  <a:pt x="12561050" y="6534559"/>
                  <a:pt x="12475496" y="6545218"/>
                  <a:pt x="12335371" y="6534150"/>
                </a:cubicBezTo>
                <a:cubicBezTo>
                  <a:pt x="12195246" y="6523082"/>
                  <a:pt x="12027845" y="6556737"/>
                  <a:pt x="11847811" y="6534150"/>
                </a:cubicBezTo>
                <a:cubicBezTo>
                  <a:pt x="11667777" y="6511563"/>
                  <a:pt x="11469881" y="6550517"/>
                  <a:pt x="11161108" y="6534150"/>
                </a:cubicBezTo>
                <a:cubicBezTo>
                  <a:pt x="10852335" y="6517783"/>
                  <a:pt x="10887384" y="6549020"/>
                  <a:pt x="10673549" y="6534150"/>
                </a:cubicBezTo>
                <a:cubicBezTo>
                  <a:pt x="10459714" y="6519280"/>
                  <a:pt x="10520091" y="6535178"/>
                  <a:pt x="10385134" y="6534150"/>
                </a:cubicBezTo>
                <a:cubicBezTo>
                  <a:pt x="10250177" y="6533122"/>
                  <a:pt x="10216991" y="6534546"/>
                  <a:pt x="10096718" y="6534150"/>
                </a:cubicBezTo>
                <a:cubicBezTo>
                  <a:pt x="9976445" y="6533754"/>
                  <a:pt x="9673920" y="6529645"/>
                  <a:pt x="9410015" y="6534150"/>
                </a:cubicBezTo>
                <a:cubicBezTo>
                  <a:pt x="9146110" y="6538655"/>
                  <a:pt x="9209174" y="6531720"/>
                  <a:pt x="9121600" y="6534150"/>
                </a:cubicBezTo>
                <a:cubicBezTo>
                  <a:pt x="9034026" y="6536580"/>
                  <a:pt x="8901186" y="6537222"/>
                  <a:pt x="8833185" y="6534150"/>
                </a:cubicBezTo>
                <a:cubicBezTo>
                  <a:pt x="8765184" y="6531078"/>
                  <a:pt x="8637327" y="6545886"/>
                  <a:pt x="8544769" y="6534150"/>
                </a:cubicBezTo>
                <a:cubicBezTo>
                  <a:pt x="8452211" y="6522414"/>
                  <a:pt x="7847425" y="6579065"/>
                  <a:pt x="7459779" y="6534150"/>
                </a:cubicBezTo>
                <a:cubicBezTo>
                  <a:pt x="7072133" y="6489236"/>
                  <a:pt x="7413424" y="6536459"/>
                  <a:pt x="7370507" y="6534150"/>
                </a:cubicBezTo>
                <a:cubicBezTo>
                  <a:pt x="7327590" y="6531841"/>
                  <a:pt x="7306390" y="6535469"/>
                  <a:pt x="7281236" y="6534150"/>
                </a:cubicBezTo>
                <a:cubicBezTo>
                  <a:pt x="7256082" y="6532831"/>
                  <a:pt x="7018560" y="6540935"/>
                  <a:pt x="6793677" y="6534150"/>
                </a:cubicBezTo>
                <a:cubicBezTo>
                  <a:pt x="6568794" y="6527365"/>
                  <a:pt x="6578249" y="6530777"/>
                  <a:pt x="6505261" y="6534150"/>
                </a:cubicBezTo>
                <a:cubicBezTo>
                  <a:pt x="6432273" y="6537523"/>
                  <a:pt x="6053415" y="6539499"/>
                  <a:pt x="5818558" y="6534150"/>
                </a:cubicBezTo>
                <a:cubicBezTo>
                  <a:pt x="5583701" y="6528801"/>
                  <a:pt x="5772989" y="6534394"/>
                  <a:pt x="5729287" y="6534150"/>
                </a:cubicBezTo>
                <a:cubicBezTo>
                  <a:pt x="5685585" y="6533906"/>
                  <a:pt x="5664009" y="6532751"/>
                  <a:pt x="5640015" y="6534150"/>
                </a:cubicBezTo>
                <a:cubicBezTo>
                  <a:pt x="5616021" y="6535549"/>
                  <a:pt x="4963961" y="6534058"/>
                  <a:pt x="4555024" y="6534150"/>
                </a:cubicBezTo>
                <a:cubicBezTo>
                  <a:pt x="4146087" y="6534242"/>
                  <a:pt x="4496232" y="6533962"/>
                  <a:pt x="4465753" y="6534150"/>
                </a:cubicBezTo>
                <a:cubicBezTo>
                  <a:pt x="4435274" y="6534338"/>
                  <a:pt x="4196546" y="6512866"/>
                  <a:pt x="3978194" y="6534150"/>
                </a:cubicBezTo>
                <a:cubicBezTo>
                  <a:pt x="3759842" y="6555434"/>
                  <a:pt x="3405654" y="6501118"/>
                  <a:pt x="3092347" y="6534150"/>
                </a:cubicBezTo>
                <a:cubicBezTo>
                  <a:pt x="2779040" y="6567182"/>
                  <a:pt x="3028397" y="6531621"/>
                  <a:pt x="3003075" y="6534150"/>
                </a:cubicBezTo>
                <a:cubicBezTo>
                  <a:pt x="2977753" y="6536679"/>
                  <a:pt x="2779507" y="6520464"/>
                  <a:pt x="2714660" y="6534150"/>
                </a:cubicBezTo>
                <a:cubicBezTo>
                  <a:pt x="2649814" y="6547836"/>
                  <a:pt x="2454307" y="6520825"/>
                  <a:pt x="2227101" y="6534150"/>
                </a:cubicBezTo>
                <a:cubicBezTo>
                  <a:pt x="1999895" y="6547475"/>
                  <a:pt x="2020401" y="6544359"/>
                  <a:pt x="1938686" y="6534150"/>
                </a:cubicBezTo>
                <a:cubicBezTo>
                  <a:pt x="1856971" y="6523941"/>
                  <a:pt x="1301049" y="6566470"/>
                  <a:pt x="853695" y="6534150"/>
                </a:cubicBezTo>
                <a:cubicBezTo>
                  <a:pt x="406341" y="6501830"/>
                  <a:pt x="426408" y="6512122"/>
                  <a:pt x="263130" y="6534150"/>
                </a:cubicBezTo>
                <a:cubicBezTo>
                  <a:pt x="121072" y="6531705"/>
                  <a:pt x="3256" y="6417567"/>
                  <a:pt x="0" y="6271020"/>
                </a:cubicBezTo>
                <a:cubicBezTo>
                  <a:pt x="2364" y="6090260"/>
                  <a:pt x="-16144" y="5954154"/>
                  <a:pt x="0" y="5783713"/>
                </a:cubicBezTo>
                <a:cubicBezTo>
                  <a:pt x="16144" y="5613272"/>
                  <a:pt x="4398" y="5401368"/>
                  <a:pt x="0" y="5296407"/>
                </a:cubicBezTo>
                <a:cubicBezTo>
                  <a:pt x="-4398" y="5191446"/>
                  <a:pt x="18574" y="4904949"/>
                  <a:pt x="0" y="4568785"/>
                </a:cubicBezTo>
                <a:cubicBezTo>
                  <a:pt x="-18574" y="4232621"/>
                  <a:pt x="-27004" y="4126671"/>
                  <a:pt x="0" y="3901241"/>
                </a:cubicBezTo>
                <a:cubicBezTo>
                  <a:pt x="27004" y="3675811"/>
                  <a:pt x="-14451" y="3480890"/>
                  <a:pt x="0" y="3173619"/>
                </a:cubicBezTo>
                <a:cubicBezTo>
                  <a:pt x="14451" y="2866348"/>
                  <a:pt x="12190" y="2665369"/>
                  <a:pt x="0" y="2385918"/>
                </a:cubicBezTo>
                <a:cubicBezTo>
                  <a:pt x="-12190" y="2106467"/>
                  <a:pt x="29288" y="1836592"/>
                  <a:pt x="0" y="1658296"/>
                </a:cubicBezTo>
                <a:cubicBezTo>
                  <a:pt x="-29288" y="1480000"/>
                  <a:pt x="-18247" y="1331139"/>
                  <a:pt x="0" y="1170989"/>
                </a:cubicBezTo>
                <a:cubicBezTo>
                  <a:pt x="18247" y="1010839"/>
                  <a:pt x="-38312" y="471241"/>
                  <a:pt x="0" y="263130"/>
                </a:cubicBezTo>
                <a:close/>
              </a:path>
              <a:path w="20440650" h="6534150" stroke="0" extrusionOk="0">
                <a:moveTo>
                  <a:pt x="0" y="263130"/>
                </a:moveTo>
                <a:cubicBezTo>
                  <a:pt x="-24814" y="102501"/>
                  <a:pt x="104695" y="4921"/>
                  <a:pt x="263130" y="0"/>
                </a:cubicBezTo>
                <a:cubicBezTo>
                  <a:pt x="564996" y="-22656"/>
                  <a:pt x="821852" y="-21943"/>
                  <a:pt x="1348121" y="0"/>
                </a:cubicBezTo>
                <a:cubicBezTo>
                  <a:pt x="1874390" y="21943"/>
                  <a:pt x="1655794" y="1639"/>
                  <a:pt x="1835680" y="0"/>
                </a:cubicBezTo>
                <a:cubicBezTo>
                  <a:pt x="2015566" y="-1639"/>
                  <a:pt x="2027064" y="-12867"/>
                  <a:pt x="2124095" y="0"/>
                </a:cubicBezTo>
                <a:cubicBezTo>
                  <a:pt x="2221126" y="12867"/>
                  <a:pt x="2674154" y="-13827"/>
                  <a:pt x="3009942" y="0"/>
                </a:cubicBezTo>
                <a:cubicBezTo>
                  <a:pt x="3345730" y="13827"/>
                  <a:pt x="3381147" y="21589"/>
                  <a:pt x="3497502" y="0"/>
                </a:cubicBezTo>
                <a:cubicBezTo>
                  <a:pt x="3613857" y="-21589"/>
                  <a:pt x="4192036" y="-11069"/>
                  <a:pt x="4582493" y="0"/>
                </a:cubicBezTo>
                <a:cubicBezTo>
                  <a:pt x="4972950" y="11069"/>
                  <a:pt x="4798967" y="3352"/>
                  <a:pt x="4870908" y="0"/>
                </a:cubicBezTo>
                <a:cubicBezTo>
                  <a:pt x="4942850" y="-3352"/>
                  <a:pt x="5546416" y="-33399"/>
                  <a:pt x="5955899" y="0"/>
                </a:cubicBezTo>
                <a:cubicBezTo>
                  <a:pt x="6365382" y="33399"/>
                  <a:pt x="6005712" y="3421"/>
                  <a:pt x="6045170" y="0"/>
                </a:cubicBezTo>
                <a:cubicBezTo>
                  <a:pt x="6084628" y="-3421"/>
                  <a:pt x="6542024" y="11606"/>
                  <a:pt x="6731873" y="0"/>
                </a:cubicBezTo>
                <a:cubicBezTo>
                  <a:pt x="6921722" y="-11606"/>
                  <a:pt x="7107620" y="5053"/>
                  <a:pt x="7418576" y="0"/>
                </a:cubicBezTo>
                <a:cubicBezTo>
                  <a:pt x="7729532" y="-5053"/>
                  <a:pt x="7672914" y="-10976"/>
                  <a:pt x="7906136" y="0"/>
                </a:cubicBezTo>
                <a:cubicBezTo>
                  <a:pt x="8139358" y="10976"/>
                  <a:pt x="8768566" y="-50256"/>
                  <a:pt x="8991126" y="0"/>
                </a:cubicBezTo>
                <a:cubicBezTo>
                  <a:pt x="9213686" y="50256"/>
                  <a:pt x="9776703" y="19180"/>
                  <a:pt x="10076117" y="0"/>
                </a:cubicBezTo>
                <a:cubicBezTo>
                  <a:pt x="10375531" y="-19180"/>
                  <a:pt x="10250390" y="6891"/>
                  <a:pt x="10364533" y="0"/>
                </a:cubicBezTo>
                <a:cubicBezTo>
                  <a:pt x="10478676" y="-6891"/>
                  <a:pt x="10790035" y="-27618"/>
                  <a:pt x="11051236" y="0"/>
                </a:cubicBezTo>
                <a:cubicBezTo>
                  <a:pt x="11312437" y="27618"/>
                  <a:pt x="11707862" y="-17"/>
                  <a:pt x="12136227" y="0"/>
                </a:cubicBezTo>
                <a:cubicBezTo>
                  <a:pt x="12564592" y="17"/>
                  <a:pt x="12637752" y="29476"/>
                  <a:pt x="12822930" y="0"/>
                </a:cubicBezTo>
                <a:cubicBezTo>
                  <a:pt x="13008108" y="-29476"/>
                  <a:pt x="12880787" y="2492"/>
                  <a:pt x="12912201" y="0"/>
                </a:cubicBezTo>
                <a:cubicBezTo>
                  <a:pt x="12943615" y="-2492"/>
                  <a:pt x="13115770" y="8640"/>
                  <a:pt x="13200616" y="0"/>
                </a:cubicBezTo>
                <a:cubicBezTo>
                  <a:pt x="13285463" y="-8640"/>
                  <a:pt x="13745640" y="52160"/>
                  <a:pt x="14285607" y="0"/>
                </a:cubicBezTo>
                <a:cubicBezTo>
                  <a:pt x="14825574" y="-52160"/>
                  <a:pt x="14736229" y="-18669"/>
                  <a:pt x="14972310" y="0"/>
                </a:cubicBezTo>
                <a:cubicBezTo>
                  <a:pt x="15208391" y="18669"/>
                  <a:pt x="15146717" y="11284"/>
                  <a:pt x="15260726" y="0"/>
                </a:cubicBezTo>
                <a:cubicBezTo>
                  <a:pt x="15374735" y="-11284"/>
                  <a:pt x="15671777" y="18771"/>
                  <a:pt x="15947429" y="0"/>
                </a:cubicBezTo>
                <a:cubicBezTo>
                  <a:pt x="16223081" y="-18771"/>
                  <a:pt x="16009619" y="3106"/>
                  <a:pt x="16036700" y="0"/>
                </a:cubicBezTo>
                <a:cubicBezTo>
                  <a:pt x="16063781" y="-3106"/>
                  <a:pt x="16095722" y="4343"/>
                  <a:pt x="16125972" y="0"/>
                </a:cubicBezTo>
                <a:cubicBezTo>
                  <a:pt x="16156222" y="-4343"/>
                  <a:pt x="16583663" y="12681"/>
                  <a:pt x="16812675" y="0"/>
                </a:cubicBezTo>
                <a:cubicBezTo>
                  <a:pt x="17041687" y="-12681"/>
                  <a:pt x="16961713" y="7953"/>
                  <a:pt x="17101090" y="0"/>
                </a:cubicBezTo>
                <a:cubicBezTo>
                  <a:pt x="17240467" y="-7953"/>
                  <a:pt x="17803052" y="-21502"/>
                  <a:pt x="17986937" y="0"/>
                </a:cubicBezTo>
                <a:cubicBezTo>
                  <a:pt x="18170822" y="21502"/>
                  <a:pt x="18176846" y="-4438"/>
                  <a:pt x="18275352" y="0"/>
                </a:cubicBezTo>
                <a:cubicBezTo>
                  <a:pt x="18373859" y="4438"/>
                  <a:pt x="18800853" y="3647"/>
                  <a:pt x="19161199" y="0"/>
                </a:cubicBezTo>
                <a:cubicBezTo>
                  <a:pt x="19521545" y="-3647"/>
                  <a:pt x="19226646" y="22"/>
                  <a:pt x="19250471" y="0"/>
                </a:cubicBezTo>
                <a:cubicBezTo>
                  <a:pt x="19274296" y="-22"/>
                  <a:pt x="19836375" y="12445"/>
                  <a:pt x="20177520" y="0"/>
                </a:cubicBezTo>
                <a:cubicBezTo>
                  <a:pt x="20345195" y="20727"/>
                  <a:pt x="20457241" y="107887"/>
                  <a:pt x="20440650" y="263130"/>
                </a:cubicBezTo>
                <a:cubicBezTo>
                  <a:pt x="20409555" y="434896"/>
                  <a:pt x="20462592" y="714679"/>
                  <a:pt x="20440650" y="930673"/>
                </a:cubicBezTo>
                <a:cubicBezTo>
                  <a:pt x="20418708" y="1146667"/>
                  <a:pt x="20448786" y="1459814"/>
                  <a:pt x="20440650" y="1658296"/>
                </a:cubicBezTo>
                <a:cubicBezTo>
                  <a:pt x="20432514" y="1856778"/>
                  <a:pt x="20421627" y="2091945"/>
                  <a:pt x="20440650" y="2205681"/>
                </a:cubicBezTo>
                <a:cubicBezTo>
                  <a:pt x="20459673" y="2319417"/>
                  <a:pt x="20457357" y="2580413"/>
                  <a:pt x="20440650" y="2692988"/>
                </a:cubicBezTo>
                <a:cubicBezTo>
                  <a:pt x="20423943" y="2805563"/>
                  <a:pt x="20434541" y="2970601"/>
                  <a:pt x="20440650" y="3240373"/>
                </a:cubicBezTo>
                <a:cubicBezTo>
                  <a:pt x="20446759" y="3510146"/>
                  <a:pt x="20454738" y="3674073"/>
                  <a:pt x="20440650" y="3847838"/>
                </a:cubicBezTo>
                <a:cubicBezTo>
                  <a:pt x="20426562" y="4021604"/>
                  <a:pt x="20471048" y="4260964"/>
                  <a:pt x="20440650" y="4515381"/>
                </a:cubicBezTo>
                <a:cubicBezTo>
                  <a:pt x="20410252" y="4769798"/>
                  <a:pt x="20425896" y="4924068"/>
                  <a:pt x="20440650" y="5062767"/>
                </a:cubicBezTo>
                <a:cubicBezTo>
                  <a:pt x="20455404" y="5201466"/>
                  <a:pt x="20474096" y="5677078"/>
                  <a:pt x="20440650" y="6271020"/>
                </a:cubicBezTo>
                <a:cubicBezTo>
                  <a:pt x="20423048" y="6384903"/>
                  <a:pt x="20305763" y="6542088"/>
                  <a:pt x="20177520" y="6534150"/>
                </a:cubicBezTo>
                <a:cubicBezTo>
                  <a:pt x="20137635" y="6529916"/>
                  <a:pt x="20130212" y="6535473"/>
                  <a:pt x="20088249" y="6534150"/>
                </a:cubicBezTo>
                <a:cubicBezTo>
                  <a:pt x="20046286" y="6532827"/>
                  <a:pt x="19720738" y="6530901"/>
                  <a:pt x="19600689" y="6534150"/>
                </a:cubicBezTo>
                <a:cubicBezTo>
                  <a:pt x="19480640" y="6537399"/>
                  <a:pt x="18991535" y="6533306"/>
                  <a:pt x="18714842" y="6534150"/>
                </a:cubicBezTo>
                <a:cubicBezTo>
                  <a:pt x="18438149" y="6534994"/>
                  <a:pt x="18554196" y="6534809"/>
                  <a:pt x="18426427" y="6534150"/>
                </a:cubicBezTo>
                <a:cubicBezTo>
                  <a:pt x="18298659" y="6533491"/>
                  <a:pt x="17917802" y="6503877"/>
                  <a:pt x="17739724" y="6534150"/>
                </a:cubicBezTo>
                <a:cubicBezTo>
                  <a:pt x="17561646" y="6564423"/>
                  <a:pt x="17687526" y="6530365"/>
                  <a:pt x="17650453" y="6534150"/>
                </a:cubicBezTo>
                <a:cubicBezTo>
                  <a:pt x="17613380" y="6537935"/>
                  <a:pt x="16811258" y="6550816"/>
                  <a:pt x="16565462" y="6534150"/>
                </a:cubicBezTo>
                <a:cubicBezTo>
                  <a:pt x="16319666" y="6517484"/>
                  <a:pt x="16100437" y="6557557"/>
                  <a:pt x="15878759" y="6534150"/>
                </a:cubicBezTo>
                <a:cubicBezTo>
                  <a:pt x="15657081" y="6510743"/>
                  <a:pt x="15094150" y="6557913"/>
                  <a:pt x="14793768" y="6534150"/>
                </a:cubicBezTo>
                <a:cubicBezTo>
                  <a:pt x="14493386" y="6510387"/>
                  <a:pt x="14428844" y="6547796"/>
                  <a:pt x="14306208" y="6534150"/>
                </a:cubicBezTo>
                <a:cubicBezTo>
                  <a:pt x="14183572" y="6520504"/>
                  <a:pt x="14090531" y="6535605"/>
                  <a:pt x="14017793" y="6534150"/>
                </a:cubicBezTo>
                <a:cubicBezTo>
                  <a:pt x="13945056" y="6532695"/>
                  <a:pt x="13570145" y="6504724"/>
                  <a:pt x="13331090" y="6534150"/>
                </a:cubicBezTo>
                <a:cubicBezTo>
                  <a:pt x="13092035" y="6563576"/>
                  <a:pt x="12677375" y="6519935"/>
                  <a:pt x="12445243" y="6534150"/>
                </a:cubicBezTo>
                <a:cubicBezTo>
                  <a:pt x="12213111" y="6548365"/>
                  <a:pt x="11712785" y="6519187"/>
                  <a:pt x="11360252" y="6534150"/>
                </a:cubicBezTo>
                <a:cubicBezTo>
                  <a:pt x="11007719" y="6549113"/>
                  <a:pt x="10809433" y="6561627"/>
                  <a:pt x="10474405" y="6534150"/>
                </a:cubicBezTo>
                <a:cubicBezTo>
                  <a:pt x="10139377" y="6506673"/>
                  <a:pt x="9842844" y="6495437"/>
                  <a:pt x="9389414" y="6534150"/>
                </a:cubicBezTo>
                <a:cubicBezTo>
                  <a:pt x="8935984" y="6572863"/>
                  <a:pt x="8755743" y="6518423"/>
                  <a:pt x="8503567" y="6534150"/>
                </a:cubicBezTo>
                <a:cubicBezTo>
                  <a:pt x="8251391" y="6549877"/>
                  <a:pt x="8350387" y="6536199"/>
                  <a:pt x="8215152" y="6534150"/>
                </a:cubicBezTo>
                <a:cubicBezTo>
                  <a:pt x="8079917" y="6532101"/>
                  <a:pt x="7575069" y="6528209"/>
                  <a:pt x="7329305" y="6534150"/>
                </a:cubicBezTo>
                <a:cubicBezTo>
                  <a:pt x="7083541" y="6540091"/>
                  <a:pt x="6944271" y="6535198"/>
                  <a:pt x="6841746" y="6534150"/>
                </a:cubicBezTo>
                <a:cubicBezTo>
                  <a:pt x="6739221" y="6533102"/>
                  <a:pt x="6615520" y="6542064"/>
                  <a:pt x="6553330" y="6534150"/>
                </a:cubicBezTo>
                <a:cubicBezTo>
                  <a:pt x="6491140" y="6526236"/>
                  <a:pt x="6491268" y="6533848"/>
                  <a:pt x="6464059" y="6534150"/>
                </a:cubicBezTo>
                <a:cubicBezTo>
                  <a:pt x="6436850" y="6534452"/>
                  <a:pt x="6250734" y="6524853"/>
                  <a:pt x="6175644" y="6534150"/>
                </a:cubicBezTo>
                <a:cubicBezTo>
                  <a:pt x="6100555" y="6543447"/>
                  <a:pt x="6022046" y="6541369"/>
                  <a:pt x="5887228" y="6534150"/>
                </a:cubicBezTo>
                <a:cubicBezTo>
                  <a:pt x="5752410" y="6526931"/>
                  <a:pt x="5532458" y="6524994"/>
                  <a:pt x="5200525" y="6534150"/>
                </a:cubicBezTo>
                <a:cubicBezTo>
                  <a:pt x="4868592" y="6543306"/>
                  <a:pt x="4779809" y="6505100"/>
                  <a:pt x="4513822" y="6534150"/>
                </a:cubicBezTo>
                <a:cubicBezTo>
                  <a:pt x="4247835" y="6563200"/>
                  <a:pt x="4253222" y="6516225"/>
                  <a:pt x="4026263" y="6534150"/>
                </a:cubicBezTo>
                <a:cubicBezTo>
                  <a:pt x="3799304" y="6552075"/>
                  <a:pt x="3359169" y="6504747"/>
                  <a:pt x="2941272" y="6534150"/>
                </a:cubicBezTo>
                <a:cubicBezTo>
                  <a:pt x="2523375" y="6563553"/>
                  <a:pt x="2735682" y="6546795"/>
                  <a:pt x="2652857" y="6534150"/>
                </a:cubicBezTo>
                <a:cubicBezTo>
                  <a:pt x="2570033" y="6521505"/>
                  <a:pt x="1804513" y="6508300"/>
                  <a:pt x="1567866" y="6534150"/>
                </a:cubicBezTo>
                <a:cubicBezTo>
                  <a:pt x="1331219" y="6560000"/>
                  <a:pt x="1358733" y="6524470"/>
                  <a:pt x="1279451" y="6534150"/>
                </a:cubicBezTo>
                <a:cubicBezTo>
                  <a:pt x="1200170" y="6543830"/>
                  <a:pt x="666892" y="6539465"/>
                  <a:pt x="263130" y="6534150"/>
                </a:cubicBezTo>
                <a:cubicBezTo>
                  <a:pt x="122702" y="6526465"/>
                  <a:pt x="13830" y="6411730"/>
                  <a:pt x="0" y="6271020"/>
                </a:cubicBezTo>
                <a:cubicBezTo>
                  <a:pt x="4524" y="6037782"/>
                  <a:pt x="-15757" y="5949751"/>
                  <a:pt x="0" y="5723634"/>
                </a:cubicBezTo>
                <a:cubicBezTo>
                  <a:pt x="15757" y="5497517"/>
                  <a:pt x="5338" y="5291739"/>
                  <a:pt x="0" y="4935933"/>
                </a:cubicBezTo>
                <a:cubicBezTo>
                  <a:pt x="-5338" y="4580127"/>
                  <a:pt x="10962" y="4620519"/>
                  <a:pt x="0" y="4448627"/>
                </a:cubicBezTo>
                <a:cubicBezTo>
                  <a:pt x="-10962" y="4276735"/>
                  <a:pt x="-20507" y="3981032"/>
                  <a:pt x="0" y="3781083"/>
                </a:cubicBezTo>
                <a:cubicBezTo>
                  <a:pt x="20507" y="3581134"/>
                  <a:pt x="-15245" y="3413330"/>
                  <a:pt x="0" y="3173619"/>
                </a:cubicBezTo>
                <a:cubicBezTo>
                  <a:pt x="15245" y="2933908"/>
                  <a:pt x="20737" y="2748276"/>
                  <a:pt x="0" y="2566155"/>
                </a:cubicBezTo>
                <a:cubicBezTo>
                  <a:pt x="-20737" y="2384034"/>
                  <a:pt x="23880" y="2115617"/>
                  <a:pt x="0" y="1958690"/>
                </a:cubicBezTo>
                <a:cubicBezTo>
                  <a:pt x="-23880" y="1801764"/>
                  <a:pt x="17341" y="1697732"/>
                  <a:pt x="0" y="1471383"/>
                </a:cubicBezTo>
                <a:cubicBezTo>
                  <a:pt x="-17341" y="1245034"/>
                  <a:pt x="57640" y="599005"/>
                  <a:pt x="0" y="263130"/>
                </a:cubicBezTo>
                <a:close/>
              </a:path>
            </a:pathLst>
          </a:custGeom>
          <a:solidFill>
            <a:srgbClr val="F5F7FC"/>
          </a:solidFill>
          <a:ln w="34925">
            <a:solidFill>
              <a:srgbClr val="6D748E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2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</p:sp>
      <p:sp>
        <p:nvSpPr>
          <p:cNvPr id="23" name="fw13-step-0">
            <a:extLst>
              <a:ext uri="{FF2B5EF4-FFF2-40B4-BE49-F238E27FC236}">
                <a16:creationId xmlns:a16="http://schemas.microsoft.com/office/drawing/2014/main" id="{193BD9E7-D6BB-92A4-BBC5-CD678AE31EE9}"/>
              </a:ext>
            </a:extLst>
          </p:cNvPr>
          <p:cNvSpPr>
            <a:spLocks noGrp="1"/>
          </p:cNvSpPr>
          <p:nvPr/>
        </p:nvSpPr>
        <p:spPr>
          <a:xfrm>
            <a:off x="10210800" y="4762500"/>
            <a:ext cx="10572750" cy="5295900"/>
          </a:xfrm>
          <a:custGeom>
            <a:avLst/>
            <a:gdLst>
              <a:gd name="csX0" fmla="*/ 0 w 10572750"/>
              <a:gd name="csY0" fmla="*/ 213266 h 5295900"/>
              <a:gd name="csX1" fmla="*/ 213266 w 10572750"/>
              <a:gd name="csY1" fmla="*/ 0 h 5295900"/>
              <a:gd name="csX2" fmla="*/ 1092605 w 10572750"/>
              <a:gd name="csY2" fmla="*/ 0 h 5295900"/>
              <a:gd name="csX3" fmla="*/ 1566095 w 10572750"/>
              <a:gd name="csY3" fmla="*/ 0 h 5295900"/>
              <a:gd name="csX4" fmla="*/ 2242510 w 10572750"/>
              <a:gd name="csY4" fmla="*/ 0 h 5295900"/>
              <a:gd name="csX5" fmla="*/ 3020386 w 10572750"/>
              <a:gd name="csY5" fmla="*/ 0 h 5295900"/>
              <a:gd name="csX6" fmla="*/ 3899725 w 10572750"/>
              <a:gd name="csY6" fmla="*/ 0 h 5295900"/>
              <a:gd name="csX7" fmla="*/ 4677602 w 10572750"/>
              <a:gd name="csY7" fmla="*/ 0 h 5295900"/>
              <a:gd name="csX8" fmla="*/ 5556941 w 10572750"/>
              <a:gd name="csY8" fmla="*/ 0 h 5295900"/>
              <a:gd name="csX9" fmla="*/ 6334818 w 10572750"/>
              <a:gd name="csY9" fmla="*/ 0 h 5295900"/>
              <a:gd name="csX10" fmla="*/ 6808308 w 10572750"/>
              <a:gd name="csY10" fmla="*/ 0 h 5295900"/>
              <a:gd name="csX11" fmla="*/ 7586184 w 10572750"/>
              <a:gd name="csY11" fmla="*/ 0 h 5295900"/>
              <a:gd name="csX12" fmla="*/ 8161137 w 10572750"/>
              <a:gd name="csY12" fmla="*/ 0 h 5295900"/>
              <a:gd name="csX13" fmla="*/ 8634627 w 10572750"/>
              <a:gd name="csY13" fmla="*/ 0 h 5295900"/>
              <a:gd name="csX14" fmla="*/ 9006655 w 10572750"/>
              <a:gd name="csY14" fmla="*/ 0 h 5295900"/>
              <a:gd name="csX15" fmla="*/ 9480145 w 10572750"/>
              <a:gd name="csY15" fmla="*/ 0 h 5295900"/>
              <a:gd name="csX16" fmla="*/ 10359484 w 10572750"/>
              <a:gd name="csY16" fmla="*/ 0 h 5295900"/>
              <a:gd name="csX17" fmla="*/ 10572750 w 10572750"/>
              <a:gd name="csY17" fmla="*/ 213266 h 5295900"/>
              <a:gd name="csX18" fmla="*/ 10572750 w 10572750"/>
              <a:gd name="csY18" fmla="*/ 1006277 h 5295900"/>
              <a:gd name="csX19" fmla="*/ 10572750 w 10572750"/>
              <a:gd name="csY19" fmla="*/ 1799289 h 5295900"/>
              <a:gd name="csX20" fmla="*/ 10572750 w 10572750"/>
              <a:gd name="csY20" fmla="*/ 2397525 h 5295900"/>
              <a:gd name="csX21" fmla="*/ 10572750 w 10572750"/>
              <a:gd name="csY21" fmla="*/ 3190537 h 5295900"/>
              <a:gd name="csX22" fmla="*/ 10572750 w 10572750"/>
              <a:gd name="csY22" fmla="*/ 3788773 h 5295900"/>
              <a:gd name="csX23" fmla="*/ 10572750 w 10572750"/>
              <a:gd name="csY23" fmla="*/ 5082634 h 5295900"/>
              <a:gd name="csX24" fmla="*/ 10359484 w 10572750"/>
              <a:gd name="csY24" fmla="*/ 5295900 h 5295900"/>
              <a:gd name="csX25" fmla="*/ 9885994 w 10572750"/>
              <a:gd name="csY25" fmla="*/ 5295900 h 5295900"/>
              <a:gd name="csX26" fmla="*/ 9006655 w 10572750"/>
              <a:gd name="csY26" fmla="*/ 5295900 h 5295900"/>
              <a:gd name="csX27" fmla="*/ 8634627 w 10572750"/>
              <a:gd name="csY27" fmla="*/ 5295900 h 5295900"/>
              <a:gd name="csX28" fmla="*/ 7958212 w 10572750"/>
              <a:gd name="csY28" fmla="*/ 5295900 h 5295900"/>
              <a:gd name="csX29" fmla="*/ 7383260 w 10572750"/>
              <a:gd name="csY29" fmla="*/ 5295900 h 5295900"/>
              <a:gd name="csX30" fmla="*/ 6808308 w 10572750"/>
              <a:gd name="csY30" fmla="*/ 5295900 h 5295900"/>
              <a:gd name="csX31" fmla="*/ 6233355 w 10572750"/>
              <a:gd name="csY31" fmla="*/ 5295900 h 5295900"/>
              <a:gd name="csX32" fmla="*/ 5861327 w 10572750"/>
              <a:gd name="csY32" fmla="*/ 5295900 h 5295900"/>
              <a:gd name="csX33" fmla="*/ 4981988 w 10572750"/>
              <a:gd name="csY33" fmla="*/ 5295900 h 5295900"/>
              <a:gd name="csX34" fmla="*/ 4102650 w 10572750"/>
              <a:gd name="csY34" fmla="*/ 5295900 h 5295900"/>
              <a:gd name="csX35" fmla="*/ 3730622 w 10572750"/>
              <a:gd name="csY35" fmla="*/ 5295900 h 5295900"/>
              <a:gd name="csX36" fmla="*/ 3257131 w 10572750"/>
              <a:gd name="csY36" fmla="*/ 5295900 h 5295900"/>
              <a:gd name="csX37" fmla="*/ 2580717 w 10572750"/>
              <a:gd name="csY37" fmla="*/ 5295900 h 5295900"/>
              <a:gd name="csX38" fmla="*/ 1802840 w 10572750"/>
              <a:gd name="csY38" fmla="*/ 5295900 h 5295900"/>
              <a:gd name="csX39" fmla="*/ 1227888 w 10572750"/>
              <a:gd name="csY39" fmla="*/ 5295900 h 5295900"/>
              <a:gd name="csX40" fmla="*/ 213266 w 10572750"/>
              <a:gd name="csY40" fmla="*/ 5295900 h 5295900"/>
              <a:gd name="csX41" fmla="*/ 0 w 10572750"/>
              <a:gd name="csY41" fmla="*/ 5082634 h 5295900"/>
              <a:gd name="csX42" fmla="*/ 0 w 10572750"/>
              <a:gd name="csY42" fmla="*/ 4289623 h 5295900"/>
              <a:gd name="csX43" fmla="*/ 0 w 10572750"/>
              <a:gd name="csY43" fmla="*/ 3642692 h 5295900"/>
              <a:gd name="csX44" fmla="*/ 0 w 10572750"/>
              <a:gd name="csY44" fmla="*/ 2947068 h 5295900"/>
              <a:gd name="csX45" fmla="*/ 0 w 10572750"/>
              <a:gd name="csY45" fmla="*/ 2348832 h 5295900"/>
              <a:gd name="csX46" fmla="*/ 0 w 10572750"/>
              <a:gd name="csY46" fmla="*/ 1555820 h 5295900"/>
              <a:gd name="csX47" fmla="*/ 0 w 10572750"/>
              <a:gd name="csY47" fmla="*/ 1006277 h 5295900"/>
              <a:gd name="csX48" fmla="*/ 0 w 10572750"/>
              <a:gd name="csY48" fmla="*/ 213266 h 5295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0572750" h="5295900" fill="none" extrusionOk="0">
                <a:moveTo>
                  <a:pt x="0" y="213266"/>
                </a:moveTo>
                <a:cubicBezTo>
                  <a:pt x="4005" y="81416"/>
                  <a:pt x="89725" y="-10232"/>
                  <a:pt x="213266" y="0"/>
                </a:cubicBezTo>
                <a:cubicBezTo>
                  <a:pt x="633393" y="11702"/>
                  <a:pt x="666171" y="-37754"/>
                  <a:pt x="1092605" y="0"/>
                </a:cubicBezTo>
                <a:cubicBezTo>
                  <a:pt x="1519039" y="37754"/>
                  <a:pt x="1435642" y="15258"/>
                  <a:pt x="1566095" y="0"/>
                </a:cubicBezTo>
                <a:cubicBezTo>
                  <a:pt x="1696548" y="-15258"/>
                  <a:pt x="2099122" y="25653"/>
                  <a:pt x="2242510" y="0"/>
                </a:cubicBezTo>
                <a:cubicBezTo>
                  <a:pt x="2385898" y="-25653"/>
                  <a:pt x="2764940" y="-32836"/>
                  <a:pt x="3020386" y="0"/>
                </a:cubicBezTo>
                <a:cubicBezTo>
                  <a:pt x="3275832" y="32836"/>
                  <a:pt x="3591735" y="5756"/>
                  <a:pt x="3899725" y="0"/>
                </a:cubicBezTo>
                <a:cubicBezTo>
                  <a:pt x="4207715" y="-5756"/>
                  <a:pt x="4389303" y="-33041"/>
                  <a:pt x="4677602" y="0"/>
                </a:cubicBezTo>
                <a:cubicBezTo>
                  <a:pt x="4965901" y="33041"/>
                  <a:pt x="5363994" y="-34179"/>
                  <a:pt x="5556941" y="0"/>
                </a:cubicBezTo>
                <a:cubicBezTo>
                  <a:pt x="5749888" y="34179"/>
                  <a:pt x="6015379" y="-30645"/>
                  <a:pt x="6334818" y="0"/>
                </a:cubicBezTo>
                <a:cubicBezTo>
                  <a:pt x="6654257" y="30645"/>
                  <a:pt x="6633112" y="20326"/>
                  <a:pt x="6808308" y="0"/>
                </a:cubicBezTo>
                <a:cubicBezTo>
                  <a:pt x="6983504" y="-20326"/>
                  <a:pt x="7320733" y="11709"/>
                  <a:pt x="7586184" y="0"/>
                </a:cubicBezTo>
                <a:cubicBezTo>
                  <a:pt x="7851635" y="-11709"/>
                  <a:pt x="7916157" y="28039"/>
                  <a:pt x="8161137" y="0"/>
                </a:cubicBezTo>
                <a:cubicBezTo>
                  <a:pt x="8406117" y="-28039"/>
                  <a:pt x="8463956" y="17207"/>
                  <a:pt x="8634627" y="0"/>
                </a:cubicBezTo>
                <a:cubicBezTo>
                  <a:pt x="8805298" y="-17207"/>
                  <a:pt x="8869658" y="12480"/>
                  <a:pt x="9006655" y="0"/>
                </a:cubicBezTo>
                <a:cubicBezTo>
                  <a:pt x="9143652" y="-12480"/>
                  <a:pt x="9279952" y="-13095"/>
                  <a:pt x="9480145" y="0"/>
                </a:cubicBezTo>
                <a:cubicBezTo>
                  <a:pt x="9680338" y="13095"/>
                  <a:pt x="10065859" y="-9781"/>
                  <a:pt x="10359484" y="0"/>
                </a:cubicBezTo>
                <a:cubicBezTo>
                  <a:pt x="10483186" y="-4076"/>
                  <a:pt x="10581609" y="87988"/>
                  <a:pt x="10572750" y="213266"/>
                </a:cubicBezTo>
                <a:cubicBezTo>
                  <a:pt x="10539181" y="406879"/>
                  <a:pt x="10567102" y="632892"/>
                  <a:pt x="10572750" y="1006277"/>
                </a:cubicBezTo>
                <a:cubicBezTo>
                  <a:pt x="10578398" y="1379662"/>
                  <a:pt x="10590352" y="1513458"/>
                  <a:pt x="10572750" y="1799289"/>
                </a:cubicBezTo>
                <a:cubicBezTo>
                  <a:pt x="10555148" y="2085120"/>
                  <a:pt x="10595265" y="2237630"/>
                  <a:pt x="10572750" y="2397525"/>
                </a:cubicBezTo>
                <a:cubicBezTo>
                  <a:pt x="10550235" y="2557420"/>
                  <a:pt x="10572408" y="2966214"/>
                  <a:pt x="10572750" y="3190537"/>
                </a:cubicBezTo>
                <a:cubicBezTo>
                  <a:pt x="10573092" y="3414860"/>
                  <a:pt x="10561606" y="3523205"/>
                  <a:pt x="10572750" y="3788773"/>
                </a:cubicBezTo>
                <a:cubicBezTo>
                  <a:pt x="10583894" y="4054341"/>
                  <a:pt x="10592722" y="4445673"/>
                  <a:pt x="10572750" y="5082634"/>
                </a:cubicBezTo>
                <a:cubicBezTo>
                  <a:pt x="10588150" y="5176242"/>
                  <a:pt x="10485177" y="5293262"/>
                  <a:pt x="10359484" y="5295900"/>
                </a:cubicBezTo>
                <a:cubicBezTo>
                  <a:pt x="10237294" y="5289678"/>
                  <a:pt x="9991562" y="5309647"/>
                  <a:pt x="9885994" y="5295900"/>
                </a:cubicBezTo>
                <a:cubicBezTo>
                  <a:pt x="9780426" y="5282154"/>
                  <a:pt x="9258690" y="5306306"/>
                  <a:pt x="9006655" y="5295900"/>
                </a:cubicBezTo>
                <a:cubicBezTo>
                  <a:pt x="8754620" y="5285494"/>
                  <a:pt x="8745515" y="5310878"/>
                  <a:pt x="8634627" y="5295900"/>
                </a:cubicBezTo>
                <a:cubicBezTo>
                  <a:pt x="8523739" y="5280922"/>
                  <a:pt x="8113933" y="5269345"/>
                  <a:pt x="7958212" y="5295900"/>
                </a:cubicBezTo>
                <a:cubicBezTo>
                  <a:pt x="7802492" y="5322455"/>
                  <a:pt x="7634777" y="5316875"/>
                  <a:pt x="7383260" y="5295900"/>
                </a:cubicBezTo>
                <a:cubicBezTo>
                  <a:pt x="7131743" y="5274925"/>
                  <a:pt x="7010843" y="5303168"/>
                  <a:pt x="6808308" y="5295900"/>
                </a:cubicBezTo>
                <a:cubicBezTo>
                  <a:pt x="6605773" y="5288632"/>
                  <a:pt x="6451676" y="5276861"/>
                  <a:pt x="6233355" y="5295900"/>
                </a:cubicBezTo>
                <a:cubicBezTo>
                  <a:pt x="6015034" y="5314939"/>
                  <a:pt x="5937906" y="5280800"/>
                  <a:pt x="5861327" y="5295900"/>
                </a:cubicBezTo>
                <a:cubicBezTo>
                  <a:pt x="5784748" y="5311000"/>
                  <a:pt x="5293411" y="5318089"/>
                  <a:pt x="4981988" y="5295900"/>
                </a:cubicBezTo>
                <a:cubicBezTo>
                  <a:pt x="4670565" y="5273711"/>
                  <a:pt x="4333460" y="5298052"/>
                  <a:pt x="4102650" y="5295900"/>
                </a:cubicBezTo>
                <a:cubicBezTo>
                  <a:pt x="3871840" y="5293748"/>
                  <a:pt x="3866612" y="5283282"/>
                  <a:pt x="3730622" y="5295900"/>
                </a:cubicBezTo>
                <a:cubicBezTo>
                  <a:pt x="3594632" y="5308518"/>
                  <a:pt x="3491488" y="5275356"/>
                  <a:pt x="3257131" y="5295900"/>
                </a:cubicBezTo>
                <a:cubicBezTo>
                  <a:pt x="3022774" y="5316444"/>
                  <a:pt x="2821132" y="5285996"/>
                  <a:pt x="2580717" y="5295900"/>
                </a:cubicBezTo>
                <a:cubicBezTo>
                  <a:pt x="2340302" y="5305804"/>
                  <a:pt x="2050141" y="5318494"/>
                  <a:pt x="1802840" y="5295900"/>
                </a:cubicBezTo>
                <a:cubicBezTo>
                  <a:pt x="1555539" y="5273306"/>
                  <a:pt x="1390963" y="5309108"/>
                  <a:pt x="1227888" y="5295900"/>
                </a:cubicBezTo>
                <a:cubicBezTo>
                  <a:pt x="1064813" y="5282692"/>
                  <a:pt x="431967" y="5324266"/>
                  <a:pt x="213266" y="5295900"/>
                </a:cubicBezTo>
                <a:cubicBezTo>
                  <a:pt x="104557" y="5290716"/>
                  <a:pt x="-17109" y="5192398"/>
                  <a:pt x="0" y="5082634"/>
                </a:cubicBezTo>
                <a:cubicBezTo>
                  <a:pt x="-27116" y="4839112"/>
                  <a:pt x="595" y="4562182"/>
                  <a:pt x="0" y="4289623"/>
                </a:cubicBezTo>
                <a:cubicBezTo>
                  <a:pt x="-595" y="4017064"/>
                  <a:pt x="13219" y="3874695"/>
                  <a:pt x="0" y="3642692"/>
                </a:cubicBezTo>
                <a:cubicBezTo>
                  <a:pt x="-13219" y="3410689"/>
                  <a:pt x="19519" y="3164651"/>
                  <a:pt x="0" y="2947068"/>
                </a:cubicBezTo>
                <a:cubicBezTo>
                  <a:pt x="-19519" y="2729485"/>
                  <a:pt x="-7611" y="2599969"/>
                  <a:pt x="0" y="2348832"/>
                </a:cubicBezTo>
                <a:cubicBezTo>
                  <a:pt x="7611" y="2097695"/>
                  <a:pt x="-19439" y="1719859"/>
                  <a:pt x="0" y="1555820"/>
                </a:cubicBezTo>
                <a:cubicBezTo>
                  <a:pt x="19439" y="1391781"/>
                  <a:pt x="-2499" y="1172961"/>
                  <a:pt x="0" y="1006277"/>
                </a:cubicBezTo>
                <a:cubicBezTo>
                  <a:pt x="2499" y="839593"/>
                  <a:pt x="6531" y="443291"/>
                  <a:pt x="0" y="213266"/>
                </a:cubicBezTo>
                <a:close/>
              </a:path>
              <a:path w="10572750" h="5295900" stroke="0" extrusionOk="0">
                <a:moveTo>
                  <a:pt x="0" y="213266"/>
                </a:moveTo>
                <a:cubicBezTo>
                  <a:pt x="-5445" y="92123"/>
                  <a:pt x="84533" y="4109"/>
                  <a:pt x="213266" y="0"/>
                </a:cubicBezTo>
                <a:cubicBezTo>
                  <a:pt x="551188" y="25616"/>
                  <a:pt x="667441" y="19809"/>
                  <a:pt x="1092605" y="0"/>
                </a:cubicBezTo>
                <a:cubicBezTo>
                  <a:pt x="1517769" y="-19809"/>
                  <a:pt x="1459241" y="13686"/>
                  <a:pt x="1667557" y="0"/>
                </a:cubicBezTo>
                <a:cubicBezTo>
                  <a:pt x="1875873" y="-13686"/>
                  <a:pt x="1940515" y="20272"/>
                  <a:pt x="2141047" y="0"/>
                </a:cubicBezTo>
                <a:cubicBezTo>
                  <a:pt x="2341579" y="-20272"/>
                  <a:pt x="2664259" y="8366"/>
                  <a:pt x="2918924" y="0"/>
                </a:cubicBezTo>
                <a:cubicBezTo>
                  <a:pt x="3173589" y="-8366"/>
                  <a:pt x="3319016" y="3027"/>
                  <a:pt x="3493876" y="0"/>
                </a:cubicBezTo>
                <a:cubicBezTo>
                  <a:pt x="3668736" y="-3027"/>
                  <a:pt x="3969998" y="-8923"/>
                  <a:pt x="4373215" y="0"/>
                </a:cubicBezTo>
                <a:cubicBezTo>
                  <a:pt x="4776432" y="8923"/>
                  <a:pt x="4671537" y="-16305"/>
                  <a:pt x="4846706" y="0"/>
                </a:cubicBezTo>
                <a:cubicBezTo>
                  <a:pt x="5021875" y="16305"/>
                  <a:pt x="5541100" y="-24516"/>
                  <a:pt x="5726044" y="0"/>
                </a:cubicBezTo>
                <a:cubicBezTo>
                  <a:pt x="5910988" y="24516"/>
                  <a:pt x="6009404" y="2416"/>
                  <a:pt x="6098072" y="0"/>
                </a:cubicBezTo>
                <a:cubicBezTo>
                  <a:pt x="6186740" y="-2416"/>
                  <a:pt x="6535343" y="-28683"/>
                  <a:pt x="6774487" y="0"/>
                </a:cubicBezTo>
                <a:cubicBezTo>
                  <a:pt x="7013631" y="28683"/>
                  <a:pt x="7269535" y="22265"/>
                  <a:pt x="7450902" y="0"/>
                </a:cubicBezTo>
                <a:cubicBezTo>
                  <a:pt x="7632269" y="-22265"/>
                  <a:pt x="7780682" y="-27046"/>
                  <a:pt x="8025854" y="0"/>
                </a:cubicBezTo>
                <a:cubicBezTo>
                  <a:pt x="8271026" y="27046"/>
                  <a:pt x="8546925" y="-8321"/>
                  <a:pt x="8905193" y="0"/>
                </a:cubicBezTo>
                <a:cubicBezTo>
                  <a:pt x="9263461" y="8321"/>
                  <a:pt x="9540855" y="-8049"/>
                  <a:pt x="9784532" y="0"/>
                </a:cubicBezTo>
                <a:cubicBezTo>
                  <a:pt x="10028209" y="8049"/>
                  <a:pt x="10188028" y="-26797"/>
                  <a:pt x="10359484" y="0"/>
                </a:cubicBezTo>
                <a:cubicBezTo>
                  <a:pt x="10458919" y="-17288"/>
                  <a:pt x="10565550" y="84718"/>
                  <a:pt x="10572750" y="213266"/>
                </a:cubicBezTo>
                <a:cubicBezTo>
                  <a:pt x="10567133" y="578935"/>
                  <a:pt x="10585607" y="722397"/>
                  <a:pt x="10572750" y="957584"/>
                </a:cubicBezTo>
                <a:cubicBezTo>
                  <a:pt x="10559893" y="1192771"/>
                  <a:pt x="10595617" y="1370457"/>
                  <a:pt x="10572750" y="1507127"/>
                </a:cubicBezTo>
                <a:cubicBezTo>
                  <a:pt x="10549883" y="1643797"/>
                  <a:pt x="10595535" y="1810940"/>
                  <a:pt x="10572750" y="2105363"/>
                </a:cubicBezTo>
                <a:cubicBezTo>
                  <a:pt x="10549965" y="2399786"/>
                  <a:pt x="10556925" y="2652586"/>
                  <a:pt x="10572750" y="2898375"/>
                </a:cubicBezTo>
                <a:cubicBezTo>
                  <a:pt x="10588575" y="3144164"/>
                  <a:pt x="10551606" y="3424769"/>
                  <a:pt x="10572750" y="3593999"/>
                </a:cubicBezTo>
                <a:cubicBezTo>
                  <a:pt x="10593894" y="3763229"/>
                  <a:pt x="10571497" y="4055586"/>
                  <a:pt x="10572750" y="4192235"/>
                </a:cubicBezTo>
                <a:cubicBezTo>
                  <a:pt x="10574003" y="4328884"/>
                  <a:pt x="10532479" y="4802909"/>
                  <a:pt x="10572750" y="5082634"/>
                </a:cubicBezTo>
                <a:cubicBezTo>
                  <a:pt x="10568550" y="5200180"/>
                  <a:pt x="10486342" y="5303712"/>
                  <a:pt x="10359484" y="5295900"/>
                </a:cubicBezTo>
                <a:cubicBezTo>
                  <a:pt x="10187030" y="5300142"/>
                  <a:pt x="9828597" y="5304566"/>
                  <a:pt x="9683069" y="5295900"/>
                </a:cubicBezTo>
                <a:cubicBezTo>
                  <a:pt x="9537541" y="5287234"/>
                  <a:pt x="9385240" y="5293690"/>
                  <a:pt x="9209579" y="5295900"/>
                </a:cubicBezTo>
                <a:cubicBezTo>
                  <a:pt x="9033918" y="5298111"/>
                  <a:pt x="8780775" y="5264441"/>
                  <a:pt x="8431703" y="5295900"/>
                </a:cubicBezTo>
                <a:cubicBezTo>
                  <a:pt x="8082631" y="5327359"/>
                  <a:pt x="8122700" y="5298379"/>
                  <a:pt x="7958212" y="5295900"/>
                </a:cubicBezTo>
                <a:cubicBezTo>
                  <a:pt x="7793724" y="5293421"/>
                  <a:pt x="7408525" y="5288983"/>
                  <a:pt x="7180336" y="5295900"/>
                </a:cubicBezTo>
                <a:cubicBezTo>
                  <a:pt x="6952147" y="5302817"/>
                  <a:pt x="6896867" y="5300110"/>
                  <a:pt x="6808308" y="5295900"/>
                </a:cubicBezTo>
                <a:cubicBezTo>
                  <a:pt x="6719749" y="5291690"/>
                  <a:pt x="6250934" y="5310558"/>
                  <a:pt x="6030431" y="5295900"/>
                </a:cubicBezTo>
                <a:cubicBezTo>
                  <a:pt x="5809928" y="5281242"/>
                  <a:pt x="5743758" y="5318761"/>
                  <a:pt x="5556941" y="5295900"/>
                </a:cubicBezTo>
                <a:cubicBezTo>
                  <a:pt x="5370124" y="5273040"/>
                  <a:pt x="5305198" y="5287169"/>
                  <a:pt x="5184913" y="5295900"/>
                </a:cubicBezTo>
                <a:cubicBezTo>
                  <a:pt x="5064628" y="5304631"/>
                  <a:pt x="4933367" y="5276649"/>
                  <a:pt x="4711423" y="5295900"/>
                </a:cubicBezTo>
                <a:cubicBezTo>
                  <a:pt x="4489479" y="5315152"/>
                  <a:pt x="4180613" y="5290298"/>
                  <a:pt x="3933546" y="5295900"/>
                </a:cubicBezTo>
                <a:cubicBezTo>
                  <a:pt x="3686479" y="5301502"/>
                  <a:pt x="3581361" y="5312719"/>
                  <a:pt x="3460056" y="5295900"/>
                </a:cubicBezTo>
                <a:cubicBezTo>
                  <a:pt x="3338751" y="5279082"/>
                  <a:pt x="3177840" y="5281141"/>
                  <a:pt x="3088028" y="5295900"/>
                </a:cubicBezTo>
                <a:cubicBezTo>
                  <a:pt x="2998216" y="5310659"/>
                  <a:pt x="2784122" y="5288966"/>
                  <a:pt x="2614538" y="5295900"/>
                </a:cubicBezTo>
                <a:cubicBezTo>
                  <a:pt x="2444954" y="5302835"/>
                  <a:pt x="2281816" y="5283808"/>
                  <a:pt x="2039585" y="5295900"/>
                </a:cubicBezTo>
                <a:cubicBezTo>
                  <a:pt x="1797354" y="5307992"/>
                  <a:pt x="1671247" y="5288808"/>
                  <a:pt x="1363171" y="5295900"/>
                </a:cubicBezTo>
                <a:cubicBezTo>
                  <a:pt x="1055095" y="5302992"/>
                  <a:pt x="1117126" y="5285696"/>
                  <a:pt x="889681" y="5295900"/>
                </a:cubicBezTo>
                <a:cubicBezTo>
                  <a:pt x="662236" y="5306105"/>
                  <a:pt x="524764" y="5267213"/>
                  <a:pt x="213266" y="5295900"/>
                </a:cubicBezTo>
                <a:cubicBezTo>
                  <a:pt x="81487" y="5270902"/>
                  <a:pt x="-26389" y="5212682"/>
                  <a:pt x="0" y="5082634"/>
                </a:cubicBezTo>
                <a:cubicBezTo>
                  <a:pt x="-17724" y="4829405"/>
                  <a:pt x="-11262" y="4701182"/>
                  <a:pt x="0" y="4533091"/>
                </a:cubicBezTo>
                <a:cubicBezTo>
                  <a:pt x="11262" y="4365000"/>
                  <a:pt x="-26185" y="4130943"/>
                  <a:pt x="0" y="3886161"/>
                </a:cubicBezTo>
                <a:cubicBezTo>
                  <a:pt x="26185" y="3641379"/>
                  <a:pt x="-21851" y="3450620"/>
                  <a:pt x="0" y="3141843"/>
                </a:cubicBezTo>
                <a:cubicBezTo>
                  <a:pt x="21851" y="2833066"/>
                  <a:pt x="-24069" y="2828048"/>
                  <a:pt x="0" y="2543606"/>
                </a:cubicBezTo>
                <a:cubicBezTo>
                  <a:pt x="24069" y="2259164"/>
                  <a:pt x="-5116" y="2018274"/>
                  <a:pt x="0" y="1847982"/>
                </a:cubicBezTo>
                <a:cubicBezTo>
                  <a:pt x="5116" y="1677690"/>
                  <a:pt x="-13282" y="1553450"/>
                  <a:pt x="0" y="1298439"/>
                </a:cubicBezTo>
                <a:cubicBezTo>
                  <a:pt x="13282" y="1043428"/>
                  <a:pt x="-15146" y="569992"/>
                  <a:pt x="0" y="213266"/>
                </a:cubicBezTo>
                <a:close/>
              </a:path>
            </a:pathLst>
          </a:custGeom>
          <a:solidFill>
            <a:srgbClr val="F3FAF6"/>
          </a:solidFill>
          <a:ln w="34925">
            <a:solidFill>
              <a:srgbClr val="6D748E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2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</p:sp>
      <p:sp>
        <p:nvSpPr>
          <p:cNvPr id="60" name="text-1">
            <a:extLst>
              <a:ext uri="{FF2B5EF4-FFF2-40B4-BE49-F238E27FC236}">
                <a16:creationId xmlns:a16="http://schemas.microsoft.com/office/drawing/2014/main" id="{EB446532-D24C-4B40-8A00-428DCCF8DEE7}"/>
              </a:ext>
            </a:extLst>
          </p:cNvPr>
          <p:cNvSpPr>
            <a:spLocks noGrp="1"/>
          </p:cNvSpPr>
          <p:nvPr/>
        </p:nvSpPr>
        <p:spPr>
          <a:xfrm>
            <a:off x="933450" y="647700"/>
            <a:ext cx="1762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深度学习及其应用技术  /  个人项目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AF7D1753-FF3E-4CC6-A775-6C361FE4A395}"/>
              </a:ext>
            </a:extLst>
          </p:cNvPr>
          <p:cNvSpPr>
            <a:spLocks noGrp="1"/>
          </p:cNvSpPr>
          <p:nvPr/>
        </p:nvSpPr>
        <p:spPr>
          <a:xfrm>
            <a:off x="876300" y="1362075"/>
            <a:ext cx="197167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Power System Model Audit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C3F86391-F868-43FE-8106-4D0AC66A399C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238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邓康   电博61   2026310543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8103F85B-DA87-4BDF-8FB7-93DEC9BC8CA0}"/>
              </a:ext>
            </a:extLst>
          </p:cNvPr>
          <p:cNvSpPr>
            <a:spLocks noGrp="1"/>
          </p:cNvSpPr>
          <p:nvPr/>
        </p:nvSpPr>
        <p:spPr>
          <a:xfrm>
            <a:off x="13201650" y="2809875"/>
            <a:ext cx="7191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Power System Model Audit · v1.1.2</a:t>
            </a:r>
          </a:p>
        </p:txBody>
      </p:sp>
      <p:sp>
        <p:nvSpPr>
          <p:cNvPr id="5" name="section-rule-463">
            <a:extLst>
              <a:ext uri="{FF2B5EF4-FFF2-40B4-BE49-F238E27FC236}">
                <a16:creationId xmlns:a16="http://schemas.microsoft.com/office/drawing/2014/main" id="{1CE827D6-EFF1-4733-9286-4B0F0F032DAF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19555200" cy="0"/>
          </a:xfrm>
          <a:prstGeom prst="line">
            <a:avLst/>
          </a:prstGeom>
          <a:ln w="19050">
            <a:solidFill>
              <a:srgbClr val="A4ADBB"/>
            </a:solidFill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06F44E6-BE7C-4BDF-AC9F-39B1F35A6BE7}"/>
              </a:ext>
            </a:extLst>
          </p:cNvPr>
          <p:cNvSpPr>
            <a:spLocks noGrp="1"/>
          </p:cNvSpPr>
          <p:nvPr/>
        </p:nvSpPr>
        <p:spPr>
          <a:xfrm>
            <a:off x="866775" y="3740945"/>
            <a:ext cx="19526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465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电力系统优化问题校核与修正Skill</a:t>
            </a:r>
            <a:r>
              <a:rPr lang="zh-CN" altLang="en-US" dirty="0"/>
              <a:t/>
            </a:r>
            <a:r>
              <a:rPr sz="465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lang="zh-CN" altLang="en-US" sz="465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lang="en-US" altLang="zh-CN" dirty="0"/>
              <a:t/>
            </a:r>
            <a:r>
              <a:rPr sz="465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A9EB69C4-D594-40BA-81A1-75522053654B}"/>
              </a:ext>
            </a:extLst>
          </p:cNvPr>
          <p:cNvSpPr>
            <a:spLocks noGrp="1"/>
          </p:cNvSpPr>
          <p:nvPr/>
        </p:nvSpPr>
        <p:spPr>
          <a:xfrm>
            <a:off x="876300" y="10467975"/>
            <a:ext cx="1952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36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lang="en-US" sz="36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W</a:t>
            </a:r>
            <a:r>
              <a:rPr sz="36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ork</a:t>
            </a:r>
            <a:r>
              <a:rPr lang="en-US" sz="36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F</a:t>
            </a:r>
            <a:r>
              <a:rPr sz="36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low</a:t>
            </a:r>
            <a:endParaRPr sz="3600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section-rule-1740">
            <a:extLst>
              <a:ext uri="{FF2B5EF4-FFF2-40B4-BE49-F238E27FC236}">
                <a16:creationId xmlns:a16="http://schemas.microsoft.com/office/drawing/2014/main" id="{5C0EA501-2412-4735-B5E9-039E56CCB583}"/>
              </a:ext>
            </a:extLst>
          </p:cNvPr>
          <p:cNvSpPr>
            <a:spLocks noGrp="1"/>
          </p:cNvSpPr>
          <p:nvPr/>
        </p:nvSpPr>
        <p:spPr>
          <a:xfrm>
            <a:off x="823725" y="22899053"/>
            <a:ext cx="19555200" cy="0"/>
          </a:xfrm>
          <a:prstGeom prst="line">
            <a:avLst/>
          </a:prstGeom>
          <a:ln w="19050">
            <a:solidFill>
              <a:srgbClr val="A4ADBB"/>
            </a:solidFill>
          </a:ln>
        </p:spPr>
      </p:sp>
      <p:sp>
        <p:nvSpPr>
          <p:cNvPr id="42" name="text-39">
            <a:extLst>
              <a:ext uri="{FF2B5EF4-FFF2-40B4-BE49-F238E27FC236}">
                <a16:creationId xmlns:a16="http://schemas.microsoft.com/office/drawing/2014/main" id="{CA5CA679-70E2-4064-A4B2-311C9DD524CB}"/>
              </a:ext>
            </a:extLst>
          </p:cNvPr>
          <p:cNvSpPr>
            <a:spLocks noGrp="1"/>
          </p:cNvSpPr>
          <p:nvPr/>
        </p:nvSpPr>
        <p:spPr>
          <a:xfrm>
            <a:off x="11201400" y="23566756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05  </a:t>
            </a:r>
            <a:r>
              <a:rPr dirty="0" err="1"/>
              <a:t>基于电力系统探索课的</a:t>
            </a:r>
            <a:r>
              <a:rPr lang="en-US" dirty="0" err="1"/>
              <a:t>B</a:t>
            </a:r>
            <a:r>
              <a:rPr dirty="0" err="1"/>
              <a:t>enchmark</a:t>
            </a:r>
            <a:endParaRPr sz="3300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text-40">
            <a:extLst>
              <a:ext uri="{FF2B5EF4-FFF2-40B4-BE49-F238E27FC236}">
                <a16:creationId xmlns:a16="http://schemas.microsoft.com/office/drawing/2014/main" id="{8DFA34E7-D556-4E54-B73E-7725CDF4C8E0}"/>
              </a:ext>
            </a:extLst>
          </p:cNvPr>
          <p:cNvSpPr>
            <a:spLocks noGrp="1"/>
          </p:cNvSpPr>
          <p:nvPr/>
        </p:nvSpPr>
        <p:spPr>
          <a:xfrm>
            <a:off x="11196637" y="24564498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2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电力系统分析与控制探索课模型变体</a:t>
            </a:r>
            <a:endParaRPr sz="225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-39">
            <a:extLst>
              <a:ext uri="{FF2B5EF4-FFF2-40B4-BE49-F238E27FC236}">
                <a16:creationId xmlns:a16="http://schemas.microsoft.com/office/drawing/2014/main" id="{C26E9E4C-8BE6-58D4-F9EE-7461F5D32F61}"/>
              </a:ext>
            </a:extLst>
          </p:cNvPr>
          <p:cNvSpPr>
            <a:spLocks noGrp="1"/>
          </p:cNvSpPr>
          <p:nvPr/>
        </p:nvSpPr>
        <p:spPr>
          <a:xfrm>
            <a:off x="858014" y="23566756"/>
            <a:ext cx="9048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lang="en-US" sz="330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Feature</a:t>
            </a:r>
            <a:endParaRPr sz="3300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F5FD7F1A-CC33-482B-88FA-66768C57F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756901"/>
              </p:ext>
            </p:extLst>
          </p:nvPr>
        </p:nvGraphicFramePr>
        <p:xfrm>
          <a:off x="11136630" y="25409842"/>
          <a:ext cx="9029700" cy="3257550"/>
        </p:xfrm>
        <a:graphic>
          <a:graphicData uri="http://schemas.openxmlformats.org/drawingml/2006/table">
            <a:tbl>
              <a:tblPr/>
              <a:tblGrid>
                <a:gridCol w="316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1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  <a:prstDash val="solid"/>
                    </a:lnT>
                    <a:lnB w="1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</a:t>
                      </a:r>
                      <a:r>
                        <a:rPr lang="en-US" altLang="zh-CN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  <a:endParaRPr sz="2025" b="1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  <a:prstDash val="solid"/>
                    </a:lnT>
                    <a:lnB w="1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</a:t>
                      </a:r>
                      <a:r>
                        <a:rPr lang="zh-CN" altLang="en-US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文本引导</a:t>
                      </a:r>
                      <a:endParaRPr sz="2025" b="1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  <a:prstDash val="solid"/>
                    </a:lnT>
                    <a:lnB w="1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</a:t>
                      </a:r>
                      <a:r>
                        <a:rPr lang="zh-CN" altLang="en-US" sz="2025" b="1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完全体</a:t>
                      </a:r>
                      <a:endParaRPr sz="2025" b="1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  <a:prstDash val="solid"/>
                    </a:lnT>
                    <a:lnB w="1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1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总校验修复任务</a:t>
                      </a:r>
                      <a:r>
                        <a:rPr sz="21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准确率</a:t>
                      </a:r>
                      <a:endParaRPr sz="21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91.67%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91.67%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 dirty="0">
                          <a:solidFill>
                            <a:srgbClr val="30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1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算例错误</a:t>
                      </a:r>
                      <a:r>
                        <a:rPr sz="21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修复准确率</a:t>
                      </a:r>
                      <a:endParaRPr sz="21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96.43%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96.43%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30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1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约束错误</a:t>
                      </a:r>
                      <a:r>
                        <a:rPr sz="21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修复准确率</a:t>
                      </a:r>
                      <a:endParaRPr sz="21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97.22%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97.22%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 dirty="0">
                          <a:solidFill>
                            <a:srgbClr val="30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1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数值校验</a:t>
                      </a:r>
                      <a:r>
                        <a:rPr sz="21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通过率</a:t>
                      </a:r>
                      <a:endParaRPr sz="21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95.83%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91.67%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 dirty="0">
                          <a:solidFill>
                            <a:srgbClr val="30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" name="final-repair-accuracy-note">
            <a:extLst>
              <a:ext uri="{FF2B5EF4-FFF2-40B4-BE49-F238E27FC236}">
                <a16:creationId xmlns:a16="http://schemas.microsoft.com/office/drawing/2014/main" id="{C21C346F-2637-41DF-AEE6-5E7AD80597F6}"/>
              </a:ext>
            </a:extLst>
          </p:cNvPr>
          <p:cNvSpPr>
            <a:spLocks noGrp="1"/>
          </p:cNvSpPr>
          <p:nvPr/>
        </p:nvSpPr>
        <p:spPr>
          <a:xfrm>
            <a:off x="11149012" y="29055536"/>
            <a:ext cx="9286875" cy="3074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以上结果基于</a:t>
            </a:r>
            <a:r>
              <a:rPr lang="en-US" altLang="zh-CN" sz="1725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v0.15</a:t>
            </a:r>
            <a:r>
              <a:rPr lang="zh-CN" altLang="en-US" sz="1725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版</a:t>
            </a:r>
            <a:r>
              <a:rPr lang="en-US" altLang="zh-CN" sz="1725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skill</a:t>
            </a:r>
            <a:r>
              <a:rPr lang="zh-CN" altLang="en-US" sz="1725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，由于额度、时间所限尚未展开最新版的对照实验</a:t>
            </a:r>
            <a:endParaRPr sz="1725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fw11-feature-0">
            <a:extLst>
              <a:ext uri="{FF2B5EF4-FFF2-40B4-BE49-F238E27FC236}">
                <a16:creationId xmlns:a16="http://schemas.microsoft.com/office/drawing/2014/main" id="{E2226040-475B-4BE1-9BDE-D7BBF7455975}"/>
              </a:ext>
            </a:extLst>
          </p:cNvPr>
          <p:cNvSpPr>
            <a:spLocks noGrp="1"/>
          </p:cNvSpPr>
          <p:nvPr/>
        </p:nvSpPr>
        <p:spPr>
          <a:xfrm>
            <a:off x="558165" y="24422100"/>
            <a:ext cx="4572000" cy="2076450"/>
          </a:xfrm>
          <a:prstGeom prst="roundRect">
            <a:avLst>
              <a:gd name="adj" fmla="val 7576"/>
            </a:avLst>
          </a:prstGeom>
          <a:solidFill>
            <a:srgbClr val="FFF5CF"/>
          </a:solidFill>
          <a:ln w="17145">
            <a:solidFill>
              <a:srgbClr val="30334F"/>
            </a:solidFill>
          </a:ln>
        </p:spPr>
      </p:sp>
      <p:sp>
        <p:nvSpPr>
          <p:cNvPr id="114" name="fw11-feature-1">
            <a:extLst>
              <a:ext uri="{FF2B5EF4-FFF2-40B4-BE49-F238E27FC236}">
                <a16:creationId xmlns:a16="http://schemas.microsoft.com/office/drawing/2014/main" id="{7539E94D-C454-461A-BF5E-FBEA77855953}"/>
              </a:ext>
            </a:extLst>
          </p:cNvPr>
          <p:cNvSpPr>
            <a:spLocks noGrp="1"/>
          </p:cNvSpPr>
          <p:nvPr/>
        </p:nvSpPr>
        <p:spPr>
          <a:xfrm>
            <a:off x="5715000" y="24422100"/>
            <a:ext cx="4572000" cy="2076450"/>
          </a:xfrm>
          <a:prstGeom prst="roundRect">
            <a:avLst>
              <a:gd name="adj" fmla="val 7576"/>
            </a:avLst>
          </a:prstGeom>
          <a:solidFill>
            <a:srgbClr val="E5EFD9"/>
          </a:solidFill>
          <a:ln w="17145">
            <a:solidFill>
              <a:srgbClr val="30334F"/>
            </a:solidFill>
          </a:ln>
        </p:spPr>
      </p:sp>
      <p:sp>
        <p:nvSpPr>
          <p:cNvPr id="120" name="fw11-feature-2">
            <a:extLst>
              <a:ext uri="{FF2B5EF4-FFF2-40B4-BE49-F238E27FC236}">
                <a16:creationId xmlns:a16="http://schemas.microsoft.com/office/drawing/2014/main" id="{13EE8833-B385-4E48-BD9D-4A1C441C2154}"/>
              </a:ext>
            </a:extLst>
          </p:cNvPr>
          <p:cNvSpPr>
            <a:spLocks noGrp="1"/>
          </p:cNvSpPr>
          <p:nvPr/>
        </p:nvSpPr>
        <p:spPr>
          <a:xfrm>
            <a:off x="609600" y="26936700"/>
            <a:ext cx="4572000" cy="2076450"/>
          </a:xfrm>
          <a:prstGeom prst="roundRect">
            <a:avLst>
              <a:gd name="adj" fmla="val 7576"/>
            </a:avLst>
          </a:prstGeom>
          <a:solidFill>
            <a:srgbClr val="E3EDF7"/>
          </a:solidFill>
          <a:ln w="17145">
            <a:solidFill>
              <a:srgbClr val="30334F"/>
            </a:solidFill>
          </a:ln>
        </p:spPr>
      </p:sp>
      <p:sp>
        <p:nvSpPr>
          <p:cNvPr id="127" name="fw11-feature-3">
            <a:extLst>
              <a:ext uri="{FF2B5EF4-FFF2-40B4-BE49-F238E27FC236}">
                <a16:creationId xmlns:a16="http://schemas.microsoft.com/office/drawing/2014/main" id="{9539517E-853A-4963-8C14-36EE09BCEA12}"/>
              </a:ext>
            </a:extLst>
          </p:cNvPr>
          <p:cNvSpPr>
            <a:spLocks noGrp="1"/>
          </p:cNvSpPr>
          <p:nvPr/>
        </p:nvSpPr>
        <p:spPr>
          <a:xfrm>
            <a:off x="5715000" y="26936700"/>
            <a:ext cx="4572000" cy="2076450"/>
          </a:xfrm>
          <a:prstGeom prst="roundRect">
            <a:avLst>
              <a:gd name="adj" fmla="val 7576"/>
            </a:avLst>
          </a:prstGeom>
          <a:solidFill>
            <a:srgbClr val="E7E3F3"/>
          </a:solidFill>
          <a:ln w="17145">
            <a:solidFill>
              <a:srgbClr val="30334F"/>
            </a:solidFill>
          </a:ln>
        </p:spPr>
      </p:sp>
      <p:sp>
        <p:nvSpPr>
          <p:cNvPr id="196" name="cmp03-section-title">
            <a:extLst>
              <a:ext uri="{FF2B5EF4-FFF2-40B4-BE49-F238E27FC236}">
                <a16:creationId xmlns:a16="http://schemas.microsoft.com/office/drawing/2014/main" id="{912E2032-77C4-486E-B796-413C5294A8D1}"/>
              </a:ext>
            </a:extLst>
          </p:cNvPr>
          <p:cNvSpPr>
            <a:spLocks noGrp="1"/>
          </p:cNvSpPr>
          <p:nvPr/>
        </p:nvSpPr>
        <p:spPr>
          <a:xfrm>
            <a:off x="895350" y="17243108"/>
            <a:ext cx="19478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lang="en-US" dirty="0" err="1"/>
              <a:t>SoTA</a:t>
            </a:r>
            <a:r>
              <a:rPr lang="zh-CN" altLang="en-US" dirty="0"/>
              <a:t>对比</a:t>
            </a:r>
            <a:endParaRPr sz="3300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97" name="cmp03-capability-matrix">
            <a:extLst>
              <a:ext uri="{FF2B5EF4-FFF2-40B4-BE49-F238E27FC236}">
                <a16:creationId xmlns:a16="http://schemas.microsoft.com/office/drawing/2014/main" id="{15C90625-BBA6-4AC2-A92D-91BAD48C2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874106"/>
              </p:ext>
            </p:extLst>
          </p:nvPr>
        </p:nvGraphicFramePr>
        <p:xfrm>
          <a:off x="904875" y="18021300"/>
          <a:ext cx="12001500" cy="4057650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475" b="1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核心能力</a:t>
                      </a:r>
                      <a:endParaRPr sz="2475" b="1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</a:lnT>
                    <a:lnB w="1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75" b="1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ReLoop [1]</a:t>
                      </a:r>
                      <a:endParaRPr sz="2475" b="1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</a:lnT>
                    <a:lnB w="1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75" b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 Skill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24000">
                      <a:solidFill>
                        <a:srgbClr val="292B3E"/>
                      </a:solidFill>
                    </a:lnT>
                    <a:lnB w="1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既有模型深度</a:t>
                      </a:r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4000" cap="flat" cmpd="sng" algn="ctr">
                      <a:solidFill>
                        <a:srgbClr val="292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约束、数值独立验证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过松</a:t>
                      </a:r>
                      <a:r>
                        <a:rPr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过紧约束</a:t>
                      </a:r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长耗时求解模型友好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电力系统</a:t>
                      </a:r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跨任务知识持续积累</a:t>
                      </a:r>
                      <a:r>
                        <a:rPr lang="zh-CN" altLang="en-US" sz="2400" b="0" dirty="0">
                          <a:solidFill>
                            <a:srgbClr val="29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（自学习性）</a:t>
                      </a:r>
                      <a:endParaRPr sz="2400" b="0" dirty="0">
                        <a:solidFill>
                          <a:srgbClr val="292B3E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4000">
                      <a:solidFill>
                        <a:srgbClr val="292B3E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DF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8" name="cmp03-reloop-0-partial-fill">
            <a:extLst>
              <a:ext uri="{FF2B5EF4-FFF2-40B4-BE49-F238E27FC236}">
                <a16:creationId xmlns:a16="http://schemas.microsoft.com/office/drawing/2014/main" id="{C305FB81-6014-49BE-915B-DB43EEB2D945}"/>
              </a:ext>
            </a:extLst>
          </p:cNvPr>
          <p:cNvSpPr>
            <a:spLocks noGrp="1"/>
          </p:cNvSpPr>
          <p:nvPr/>
        </p:nvSpPr>
        <p:spPr>
          <a:xfrm>
            <a:off x="8286750" y="18740438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142875" y="0"/>
                </a:moveTo>
                <a:cubicBezTo>
                  <a:pt x="63960" y="0"/>
                  <a:pt x="0" y="63960"/>
                  <a:pt x="0" y="142875"/>
                </a:cubicBezTo>
                <a:cubicBezTo>
                  <a:pt x="0" y="221790"/>
                  <a:pt x="63960" y="285750"/>
                  <a:pt x="142875" y="285750"/>
                </a:cubicBezTo>
                <a:lnTo>
                  <a:pt x="142875" y="0"/>
                </a:lnTo>
                <a:close/>
              </a:path>
            </a:pathLst>
          </a:custGeom>
          <a:solidFill>
            <a:srgbClr val="A7ACB9"/>
          </a:solidFill>
          <a:ln w="0">
            <a:noFill/>
          </a:ln>
        </p:spPr>
      </p:sp>
      <p:sp>
        <p:nvSpPr>
          <p:cNvPr id="199" name="cmp03-reloop-0-partial-outline">
            <a:extLst>
              <a:ext uri="{FF2B5EF4-FFF2-40B4-BE49-F238E27FC236}">
                <a16:creationId xmlns:a16="http://schemas.microsoft.com/office/drawing/2014/main" id="{91837D9E-7737-468F-BC22-0BBF620DCA09}"/>
              </a:ext>
            </a:extLst>
          </p:cNvPr>
          <p:cNvSpPr>
            <a:spLocks noGrp="1"/>
          </p:cNvSpPr>
          <p:nvPr/>
        </p:nvSpPr>
        <p:spPr>
          <a:xfrm>
            <a:off x="8286750" y="18740438"/>
            <a:ext cx="285750" cy="285750"/>
          </a:xfrm>
          <a:prstGeom prst="ellipse">
            <a:avLst/>
          </a:prstGeom>
          <a:noFill/>
          <a:ln w="19050">
            <a:solidFill>
              <a:srgbClr val="A7ACB9"/>
            </a:solidFill>
          </a:ln>
        </p:spPr>
      </p:sp>
      <p:cxnSp>
        <p:nvCxnSpPr>
          <p:cNvPr id="200" name="cmp03-skill-0-check-a">
            <a:extLst>
              <a:ext uri="{FF2B5EF4-FFF2-40B4-BE49-F238E27FC236}">
                <a16:creationId xmlns:a16="http://schemas.microsoft.com/office/drawing/2014/main" id="{C5DEF52F-2A5D-422F-946B-6E286FC817D1}"/>
              </a:ext>
            </a:extLst>
          </p:cNvPr>
          <p:cNvCxnSpPr/>
          <p:nvPr/>
        </p:nvCxnSpPr>
        <p:spPr>
          <a:xfrm>
            <a:off x="11144250" y="18883313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01" name="cmp03-skill-0-check-b">
            <a:extLst>
              <a:ext uri="{FF2B5EF4-FFF2-40B4-BE49-F238E27FC236}">
                <a16:creationId xmlns:a16="http://schemas.microsoft.com/office/drawing/2014/main" id="{5084AE98-34D0-4F15-96BA-A24EBC2631D1}"/>
              </a:ext>
            </a:extLst>
          </p:cNvPr>
          <p:cNvCxnSpPr/>
          <p:nvPr/>
        </p:nvCxnSpPr>
        <p:spPr>
          <a:xfrm flipV="1">
            <a:off x="11249025" y="18759488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02" name="cmp03-reloop-1-cross-a">
            <a:extLst>
              <a:ext uri="{FF2B5EF4-FFF2-40B4-BE49-F238E27FC236}">
                <a16:creationId xmlns:a16="http://schemas.microsoft.com/office/drawing/2014/main" id="{9AA46BD4-0F42-4EA3-9E92-0D4F1BBDE7B6}"/>
              </a:ext>
            </a:extLst>
          </p:cNvPr>
          <p:cNvCxnSpPr/>
          <p:nvPr/>
        </p:nvCxnSpPr>
        <p:spPr>
          <a:xfrm>
            <a:off x="8315325" y="1935003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03" name="cmp03-reloop-1-cross-b">
            <a:extLst>
              <a:ext uri="{FF2B5EF4-FFF2-40B4-BE49-F238E27FC236}">
                <a16:creationId xmlns:a16="http://schemas.microsoft.com/office/drawing/2014/main" id="{F33BB764-E182-45E1-8ACB-08464D5BB3DE}"/>
              </a:ext>
            </a:extLst>
          </p:cNvPr>
          <p:cNvCxnSpPr/>
          <p:nvPr/>
        </p:nvCxnSpPr>
        <p:spPr>
          <a:xfrm flipH="1">
            <a:off x="8315325" y="1935003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04" name="cmp03-skill-1-check-a">
            <a:extLst>
              <a:ext uri="{FF2B5EF4-FFF2-40B4-BE49-F238E27FC236}">
                <a16:creationId xmlns:a16="http://schemas.microsoft.com/office/drawing/2014/main" id="{4D843DED-1CF3-4842-BD8D-DF1E25CA2054}"/>
              </a:ext>
            </a:extLst>
          </p:cNvPr>
          <p:cNvCxnSpPr/>
          <p:nvPr/>
        </p:nvCxnSpPr>
        <p:spPr>
          <a:xfrm>
            <a:off x="11144250" y="19464338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05" name="cmp03-skill-1-check-b">
            <a:extLst>
              <a:ext uri="{FF2B5EF4-FFF2-40B4-BE49-F238E27FC236}">
                <a16:creationId xmlns:a16="http://schemas.microsoft.com/office/drawing/2014/main" id="{A940F8CD-2349-4C96-8BE2-88C72B805E63}"/>
              </a:ext>
            </a:extLst>
          </p:cNvPr>
          <p:cNvCxnSpPr/>
          <p:nvPr/>
        </p:nvCxnSpPr>
        <p:spPr>
          <a:xfrm flipV="1">
            <a:off x="11249025" y="19340513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sp>
        <p:nvSpPr>
          <p:cNvPr id="206" name="cmp03-reloop-2-partial-fill">
            <a:extLst>
              <a:ext uri="{FF2B5EF4-FFF2-40B4-BE49-F238E27FC236}">
                <a16:creationId xmlns:a16="http://schemas.microsoft.com/office/drawing/2014/main" id="{202EC0DE-CB4B-4DCB-8BE7-EE58A0D4D955}"/>
              </a:ext>
            </a:extLst>
          </p:cNvPr>
          <p:cNvSpPr>
            <a:spLocks noGrp="1"/>
          </p:cNvSpPr>
          <p:nvPr/>
        </p:nvSpPr>
        <p:spPr>
          <a:xfrm>
            <a:off x="8286750" y="19902488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142875" y="0"/>
                </a:moveTo>
                <a:cubicBezTo>
                  <a:pt x="63960" y="0"/>
                  <a:pt x="0" y="63960"/>
                  <a:pt x="0" y="142875"/>
                </a:cubicBezTo>
                <a:cubicBezTo>
                  <a:pt x="0" y="221790"/>
                  <a:pt x="63960" y="285750"/>
                  <a:pt x="142875" y="285750"/>
                </a:cubicBezTo>
                <a:lnTo>
                  <a:pt x="142875" y="0"/>
                </a:lnTo>
                <a:close/>
              </a:path>
            </a:pathLst>
          </a:custGeom>
          <a:solidFill>
            <a:srgbClr val="A7ACB9"/>
          </a:solidFill>
          <a:ln w="0">
            <a:noFill/>
          </a:ln>
        </p:spPr>
      </p:sp>
      <p:sp>
        <p:nvSpPr>
          <p:cNvPr id="207" name="cmp03-reloop-2-partial-outline">
            <a:extLst>
              <a:ext uri="{FF2B5EF4-FFF2-40B4-BE49-F238E27FC236}">
                <a16:creationId xmlns:a16="http://schemas.microsoft.com/office/drawing/2014/main" id="{3AD80A49-0D40-4D73-A52C-59282541DA67}"/>
              </a:ext>
            </a:extLst>
          </p:cNvPr>
          <p:cNvSpPr>
            <a:spLocks noGrp="1"/>
          </p:cNvSpPr>
          <p:nvPr/>
        </p:nvSpPr>
        <p:spPr>
          <a:xfrm>
            <a:off x="8286750" y="19902488"/>
            <a:ext cx="285750" cy="285750"/>
          </a:xfrm>
          <a:prstGeom prst="ellipse">
            <a:avLst/>
          </a:prstGeom>
          <a:noFill/>
          <a:ln w="19050">
            <a:solidFill>
              <a:srgbClr val="A7ACB9"/>
            </a:solidFill>
          </a:ln>
        </p:spPr>
      </p:sp>
      <p:cxnSp>
        <p:nvCxnSpPr>
          <p:cNvPr id="208" name="cmp03-skill-2-check-a">
            <a:extLst>
              <a:ext uri="{FF2B5EF4-FFF2-40B4-BE49-F238E27FC236}">
                <a16:creationId xmlns:a16="http://schemas.microsoft.com/office/drawing/2014/main" id="{8E15DC46-65AA-475D-90D8-7F74D5B6704A}"/>
              </a:ext>
            </a:extLst>
          </p:cNvPr>
          <p:cNvCxnSpPr/>
          <p:nvPr/>
        </p:nvCxnSpPr>
        <p:spPr>
          <a:xfrm>
            <a:off x="11144250" y="20045363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09" name="cmp03-skill-2-check-b">
            <a:extLst>
              <a:ext uri="{FF2B5EF4-FFF2-40B4-BE49-F238E27FC236}">
                <a16:creationId xmlns:a16="http://schemas.microsoft.com/office/drawing/2014/main" id="{58ABF3B2-1F1F-4EE5-A9E7-2F280CEE4D8B}"/>
              </a:ext>
            </a:extLst>
          </p:cNvPr>
          <p:cNvCxnSpPr/>
          <p:nvPr/>
        </p:nvCxnSpPr>
        <p:spPr>
          <a:xfrm flipV="1">
            <a:off x="11249025" y="19921538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10" name="cmp03-reloop-3-cross-a">
            <a:extLst>
              <a:ext uri="{FF2B5EF4-FFF2-40B4-BE49-F238E27FC236}">
                <a16:creationId xmlns:a16="http://schemas.microsoft.com/office/drawing/2014/main" id="{63916926-8CD5-4FD2-8B37-046FEB91ED40}"/>
              </a:ext>
            </a:extLst>
          </p:cNvPr>
          <p:cNvCxnSpPr/>
          <p:nvPr/>
        </p:nvCxnSpPr>
        <p:spPr>
          <a:xfrm>
            <a:off x="8315325" y="2051208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11" name="cmp03-reloop-3-cross-b">
            <a:extLst>
              <a:ext uri="{FF2B5EF4-FFF2-40B4-BE49-F238E27FC236}">
                <a16:creationId xmlns:a16="http://schemas.microsoft.com/office/drawing/2014/main" id="{C6527F68-1183-49CF-985E-BA28F12DBCE9}"/>
              </a:ext>
            </a:extLst>
          </p:cNvPr>
          <p:cNvCxnSpPr/>
          <p:nvPr/>
        </p:nvCxnSpPr>
        <p:spPr>
          <a:xfrm flipH="1">
            <a:off x="8315325" y="2051208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12" name="cmp03-skill-3-check-a">
            <a:extLst>
              <a:ext uri="{FF2B5EF4-FFF2-40B4-BE49-F238E27FC236}">
                <a16:creationId xmlns:a16="http://schemas.microsoft.com/office/drawing/2014/main" id="{82013695-D593-4E82-9A72-655E525B9569}"/>
              </a:ext>
            </a:extLst>
          </p:cNvPr>
          <p:cNvCxnSpPr/>
          <p:nvPr/>
        </p:nvCxnSpPr>
        <p:spPr>
          <a:xfrm>
            <a:off x="11144250" y="20626388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13" name="cmp03-skill-3-check-b">
            <a:extLst>
              <a:ext uri="{FF2B5EF4-FFF2-40B4-BE49-F238E27FC236}">
                <a16:creationId xmlns:a16="http://schemas.microsoft.com/office/drawing/2014/main" id="{17C1C727-46B4-4138-ABED-47F232D0222D}"/>
              </a:ext>
            </a:extLst>
          </p:cNvPr>
          <p:cNvCxnSpPr/>
          <p:nvPr/>
        </p:nvCxnSpPr>
        <p:spPr>
          <a:xfrm flipV="1">
            <a:off x="11249025" y="20502563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14" name="cmp03-reloop-4-cross-a">
            <a:extLst>
              <a:ext uri="{FF2B5EF4-FFF2-40B4-BE49-F238E27FC236}">
                <a16:creationId xmlns:a16="http://schemas.microsoft.com/office/drawing/2014/main" id="{416EBE96-8EB8-4FC0-9E67-9E454437DB0A}"/>
              </a:ext>
            </a:extLst>
          </p:cNvPr>
          <p:cNvCxnSpPr/>
          <p:nvPr/>
        </p:nvCxnSpPr>
        <p:spPr>
          <a:xfrm>
            <a:off x="8315325" y="21093113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15" name="cmp03-reloop-4-cross-b">
            <a:extLst>
              <a:ext uri="{FF2B5EF4-FFF2-40B4-BE49-F238E27FC236}">
                <a16:creationId xmlns:a16="http://schemas.microsoft.com/office/drawing/2014/main" id="{AAA4D6A8-91E9-4820-903D-203FF23FF139}"/>
              </a:ext>
            </a:extLst>
          </p:cNvPr>
          <p:cNvCxnSpPr/>
          <p:nvPr/>
        </p:nvCxnSpPr>
        <p:spPr>
          <a:xfrm flipH="1">
            <a:off x="8315325" y="21093113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16" name="cmp03-skill-4-check-a">
            <a:extLst>
              <a:ext uri="{FF2B5EF4-FFF2-40B4-BE49-F238E27FC236}">
                <a16:creationId xmlns:a16="http://schemas.microsoft.com/office/drawing/2014/main" id="{CECE6483-D83B-4922-801D-48F7318CE47F}"/>
              </a:ext>
            </a:extLst>
          </p:cNvPr>
          <p:cNvCxnSpPr/>
          <p:nvPr/>
        </p:nvCxnSpPr>
        <p:spPr>
          <a:xfrm>
            <a:off x="11144250" y="21207413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17" name="cmp03-skill-4-check-b">
            <a:extLst>
              <a:ext uri="{FF2B5EF4-FFF2-40B4-BE49-F238E27FC236}">
                <a16:creationId xmlns:a16="http://schemas.microsoft.com/office/drawing/2014/main" id="{E9A37A29-57F1-426B-A6A7-AF027FB521F0}"/>
              </a:ext>
            </a:extLst>
          </p:cNvPr>
          <p:cNvCxnSpPr/>
          <p:nvPr/>
        </p:nvCxnSpPr>
        <p:spPr>
          <a:xfrm flipV="1">
            <a:off x="11249025" y="21083588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18" name="cmp03-reloop-5-cross-a">
            <a:extLst>
              <a:ext uri="{FF2B5EF4-FFF2-40B4-BE49-F238E27FC236}">
                <a16:creationId xmlns:a16="http://schemas.microsoft.com/office/drawing/2014/main" id="{26426CDB-7DDB-45C8-A262-86A072D522D8}"/>
              </a:ext>
            </a:extLst>
          </p:cNvPr>
          <p:cNvCxnSpPr/>
          <p:nvPr/>
        </p:nvCxnSpPr>
        <p:spPr>
          <a:xfrm>
            <a:off x="8315325" y="2167413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19" name="cmp03-reloop-5-cross-b">
            <a:extLst>
              <a:ext uri="{FF2B5EF4-FFF2-40B4-BE49-F238E27FC236}">
                <a16:creationId xmlns:a16="http://schemas.microsoft.com/office/drawing/2014/main" id="{02D2D63C-5A58-4088-A966-EF960EE51631}"/>
              </a:ext>
            </a:extLst>
          </p:cNvPr>
          <p:cNvCxnSpPr/>
          <p:nvPr/>
        </p:nvCxnSpPr>
        <p:spPr>
          <a:xfrm flipH="1">
            <a:off x="8315325" y="21674138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20" name="cmp03-skill-5-check-a">
            <a:extLst>
              <a:ext uri="{FF2B5EF4-FFF2-40B4-BE49-F238E27FC236}">
                <a16:creationId xmlns:a16="http://schemas.microsoft.com/office/drawing/2014/main" id="{0CED2AF8-B33E-40FB-B496-DDF721D09364}"/>
              </a:ext>
            </a:extLst>
          </p:cNvPr>
          <p:cNvCxnSpPr/>
          <p:nvPr/>
        </p:nvCxnSpPr>
        <p:spPr>
          <a:xfrm>
            <a:off x="11144250" y="21788438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21" name="cmp03-skill-5-check-b">
            <a:extLst>
              <a:ext uri="{FF2B5EF4-FFF2-40B4-BE49-F238E27FC236}">
                <a16:creationId xmlns:a16="http://schemas.microsoft.com/office/drawing/2014/main" id="{C4CD8AC4-10D7-43CF-A3AA-F48339233043}"/>
              </a:ext>
            </a:extLst>
          </p:cNvPr>
          <p:cNvCxnSpPr/>
          <p:nvPr/>
        </p:nvCxnSpPr>
        <p:spPr>
          <a:xfrm flipV="1">
            <a:off x="11249025" y="21664613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sp>
        <p:nvSpPr>
          <p:cNvPr id="222" name="cmp03-reloop-mechanism">
            <a:extLst>
              <a:ext uri="{FF2B5EF4-FFF2-40B4-BE49-F238E27FC236}">
                <a16:creationId xmlns:a16="http://schemas.microsoft.com/office/drawing/2014/main" id="{47F972EC-D802-4582-A0E7-485DF8590F10}"/>
              </a:ext>
            </a:extLst>
          </p:cNvPr>
          <p:cNvSpPr>
            <a:spLocks noGrp="1"/>
          </p:cNvSpPr>
          <p:nvPr/>
        </p:nvSpPr>
        <p:spPr>
          <a:xfrm>
            <a:off x="13430250" y="18021300"/>
            <a:ext cx="6953250" cy="1962150"/>
          </a:xfrm>
          <a:prstGeom prst="roundRect">
            <a:avLst>
              <a:gd name="adj" fmla="val 4854"/>
            </a:avLst>
          </a:prstGeom>
          <a:solidFill>
            <a:srgbClr val="FFF5CF"/>
          </a:solidFill>
          <a:ln w="16192">
            <a:solidFill>
              <a:srgbClr val="30334F"/>
            </a:solidFill>
          </a:ln>
        </p:spPr>
      </p:sp>
      <p:sp>
        <p:nvSpPr>
          <p:cNvPr id="223" name="cmp03-reloop-title">
            <a:extLst>
              <a:ext uri="{FF2B5EF4-FFF2-40B4-BE49-F238E27FC236}">
                <a16:creationId xmlns:a16="http://schemas.microsoft.com/office/drawing/2014/main" id="{0ADC7246-6BF8-42DF-B51B-05E5088EDA57}"/>
              </a:ext>
            </a:extLst>
          </p:cNvPr>
          <p:cNvSpPr>
            <a:spLocks noGrp="1"/>
          </p:cNvSpPr>
          <p:nvPr/>
        </p:nvSpPr>
        <p:spPr>
          <a:xfrm>
            <a:off x="13639800" y="18135600"/>
            <a:ext cx="653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ReLoop</a:t>
            </a:r>
            <a:r>
              <a:rPr sz="2325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NeurIPS</a:t>
            </a:r>
            <a:r>
              <a:rPr sz="2325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 2026 ·  </a:t>
            </a:r>
            <a:r>
              <a:rPr lang="zh-CN" altLang="en-US" sz="2325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约束</a:t>
            </a:r>
            <a:r>
              <a:rPr lang="zh-CN" altLang="en-US" dirty="0"/>
              <a:t>灵敏度</a:t>
            </a:r>
            <a:r>
              <a:rPr lang="zh-CN" altLang="en-US" sz="2325" b="1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校验</a:t>
            </a:r>
            <a:endParaRPr sz="2325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4" name="cmp03-reloop-step-0">
            <a:extLst>
              <a:ext uri="{FF2B5EF4-FFF2-40B4-BE49-F238E27FC236}">
                <a16:creationId xmlns:a16="http://schemas.microsoft.com/office/drawing/2014/main" id="{3E1F6FBA-883B-48CA-B022-0D0997B61369}"/>
              </a:ext>
            </a:extLst>
          </p:cNvPr>
          <p:cNvSpPr>
            <a:spLocks noGrp="1"/>
          </p:cNvSpPr>
          <p:nvPr/>
        </p:nvSpPr>
        <p:spPr>
          <a:xfrm>
            <a:off x="13620750" y="18592800"/>
            <a:ext cx="1714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参数扰动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5" name="cmp03-reloop-step-1">
            <a:extLst>
              <a:ext uri="{FF2B5EF4-FFF2-40B4-BE49-F238E27FC236}">
                <a16:creationId xmlns:a16="http://schemas.microsoft.com/office/drawing/2014/main" id="{67C22004-9122-440D-A923-95FF3A6AC676}"/>
              </a:ext>
            </a:extLst>
          </p:cNvPr>
          <p:cNvSpPr>
            <a:spLocks noGrp="1"/>
          </p:cNvSpPr>
          <p:nvPr/>
        </p:nvSpPr>
        <p:spPr>
          <a:xfrm>
            <a:off x="15792450" y="18592800"/>
            <a:ext cx="1714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重</a:t>
            </a:r>
            <a:r>
              <a:rPr lang="zh-CN" altLang="en-US" sz="2175" b="0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新</a:t>
            </a:r>
            <a:r>
              <a:rPr sz="2175" b="0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求解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6" name="cmp03-reloop-step-2">
            <a:extLst>
              <a:ext uri="{FF2B5EF4-FFF2-40B4-BE49-F238E27FC236}">
                <a16:creationId xmlns:a16="http://schemas.microsoft.com/office/drawing/2014/main" id="{D61418CC-A9CB-4C0A-83A0-5D461E1633DD}"/>
              </a:ext>
            </a:extLst>
          </p:cNvPr>
          <p:cNvSpPr>
            <a:spLocks noGrp="1"/>
          </p:cNvSpPr>
          <p:nvPr/>
        </p:nvSpPr>
        <p:spPr>
          <a:xfrm>
            <a:off x="17964150" y="18592800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响应判断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27" name="cmp03-reloop-arrow-1">
            <a:extLst>
              <a:ext uri="{FF2B5EF4-FFF2-40B4-BE49-F238E27FC236}">
                <a16:creationId xmlns:a16="http://schemas.microsoft.com/office/drawing/2014/main" id="{05ED21B5-4E3B-47E8-9168-284FE31DB649}"/>
              </a:ext>
            </a:extLst>
          </p:cNvPr>
          <p:cNvCxnSpPr/>
          <p:nvPr/>
        </p:nvCxnSpPr>
        <p:spPr>
          <a:xfrm>
            <a:off x="15440025" y="18773775"/>
            <a:ext cx="219075" cy="0"/>
          </a:xfrm>
          <a:prstGeom prst="straightConnector1">
            <a:avLst/>
          </a:prstGeom>
          <a:ln w="19050">
            <a:solidFill>
              <a:srgbClr val="596071"/>
            </a:solidFill>
            <a:tailEnd type="triangle" w="med" len="med"/>
          </a:ln>
        </p:spPr>
      </p:cxnSp>
      <p:cxnSp>
        <p:nvCxnSpPr>
          <p:cNvPr id="228" name="cmp03-reloop-arrow-2">
            <a:extLst>
              <a:ext uri="{FF2B5EF4-FFF2-40B4-BE49-F238E27FC236}">
                <a16:creationId xmlns:a16="http://schemas.microsoft.com/office/drawing/2014/main" id="{7E45A37C-F206-4688-A2DB-90650A94930C}"/>
              </a:ext>
            </a:extLst>
          </p:cNvPr>
          <p:cNvCxnSpPr/>
          <p:nvPr/>
        </p:nvCxnSpPr>
        <p:spPr>
          <a:xfrm>
            <a:off x="17611725" y="18773775"/>
            <a:ext cx="219075" cy="0"/>
          </a:xfrm>
          <a:prstGeom prst="straightConnector1">
            <a:avLst/>
          </a:prstGeom>
          <a:ln w="19050">
            <a:solidFill>
              <a:srgbClr val="596071"/>
            </a:solidFill>
            <a:tailEnd type="triangle" w="med" len="med"/>
          </a:ln>
        </p:spPr>
      </p:cxnSp>
      <p:sp>
        <p:nvSpPr>
          <p:cNvPr id="229" name="cmp03-behavior-not-semantic">
            <a:extLst>
              <a:ext uri="{FF2B5EF4-FFF2-40B4-BE49-F238E27FC236}">
                <a16:creationId xmlns:a16="http://schemas.microsoft.com/office/drawing/2014/main" id="{6A77F9EB-D39F-42E4-A840-BB0550E368C0}"/>
              </a:ext>
            </a:extLst>
          </p:cNvPr>
          <p:cNvSpPr>
            <a:spLocks noGrp="1"/>
          </p:cNvSpPr>
          <p:nvPr/>
        </p:nvSpPr>
        <p:spPr>
          <a:xfrm>
            <a:off x="13632180" y="19110007"/>
            <a:ext cx="6534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rPr>
              <a:t>缺陷：</a:t>
            </a:r>
            <a:r>
              <a:rPr sz="2325" b="1" dirty="0" err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rPr>
              <a:t>响应</a:t>
            </a:r>
            <a:r>
              <a:rPr sz="2325" b="1" dirty="0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2325" b="1" dirty="0" err="1">
                <a:solidFill>
                  <a:srgbClr val="A56D59"/>
                </a:solidFill>
                <a:latin typeface="Microsoft YaHei"/>
                <a:ea typeface="Microsoft YaHei"/>
                <a:cs typeface="Microsoft YaHei"/>
              </a:rPr>
              <a:t>语义正确</a:t>
            </a:r>
            <a:endParaRPr sz="2325" b="1" dirty="0">
              <a:solidFill>
                <a:srgbClr val="A56D5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0" name="cmp03-behavior-counterexample">
            <a:extLst>
              <a:ext uri="{FF2B5EF4-FFF2-40B4-BE49-F238E27FC236}">
                <a16:creationId xmlns:a16="http://schemas.microsoft.com/office/drawing/2014/main" id="{E3528FFC-8E70-4215-AE45-35A58854CF49}"/>
              </a:ext>
            </a:extLst>
          </p:cNvPr>
          <p:cNvSpPr>
            <a:spLocks noGrp="1"/>
          </p:cNvSpPr>
          <p:nvPr/>
        </p:nvSpPr>
        <p:spPr>
          <a:xfrm>
            <a:off x="13639800" y="19592448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既不充分也不必要条件！</a:t>
            </a:r>
            <a:endParaRPr sz="172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2" name="cmp03-skill-mechanism">
            <a:extLst>
              <a:ext uri="{FF2B5EF4-FFF2-40B4-BE49-F238E27FC236}">
                <a16:creationId xmlns:a16="http://schemas.microsoft.com/office/drawing/2014/main" id="{4748FBF0-6EC2-4DCD-9740-19D944C6BEB2}"/>
              </a:ext>
            </a:extLst>
          </p:cNvPr>
          <p:cNvSpPr>
            <a:spLocks noGrp="1"/>
          </p:cNvSpPr>
          <p:nvPr/>
        </p:nvSpPr>
        <p:spPr>
          <a:xfrm>
            <a:off x="13430250" y="20135850"/>
            <a:ext cx="6953250" cy="1943100"/>
          </a:xfrm>
          <a:prstGeom prst="roundRect">
            <a:avLst>
              <a:gd name="adj" fmla="val 4902"/>
            </a:avLst>
          </a:prstGeom>
          <a:solidFill>
            <a:srgbClr val="E5EFD9"/>
          </a:solidFill>
          <a:ln w="16192">
            <a:solidFill>
              <a:srgbClr val="30334F"/>
            </a:solidFill>
          </a:ln>
        </p:spPr>
      </p:sp>
      <p:sp>
        <p:nvSpPr>
          <p:cNvPr id="233" name="cmp03-skill-title">
            <a:extLst>
              <a:ext uri="{FF2B5EF4-FFF2-40B4-BE49-F238E27FC236}">
                <a16:creationId xmlns:a16="http://schemas.microsoft.com/office/drawing/2014/main" id="{E0EB2143-319D-49D9-A424-87D4885F0619}"/>
              </a:ext>
            </a:extLst>
          </p:cNvPr>
          <p:cNvSpPr>
            <a:spLocks noGrp="1"/>
          </p:cNvSpPr>
          <p:nvPr/>
        </p:nvSpPr>
        <p:spPr>
          <a:xfrm>
            <a:off x="13639800" y="20250150"/>
            <a:ext cx="653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Our Skill · </a:t>
            </a:r>
            <a:r>
              <a:rPr sz="23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lang="zh-CN" altLang="en-US" sz="232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数值</a:t>
            </a:r>
            <a:r>
              <a:rPr sz="23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校验</a:t>
            </a:r>
            <a:endParaRPr sz="23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4" name="cmp03-skill-step-0">
            <a:extLst>
              <a:ext uri="{FF2B5EF4-FFF2-40B4-BE49-F238E27FC236}">
                <a16:creationId xmlns:a16="http://schemas.microsoft.com/office/drawing/2014/main" id="{CB5FE7A8-3062-4AE1-8976-2922F7AA905A}"/>
              </a:ext>
            </a:extLst>
          </p:cNvPr>
          <p:cNvSpPr>
            <a:spLocks noGrp="1"/>
          </p:cNvSpPr>
          <p:nvPr/>
        </p:nvSpPr>
        <p:spPr>
          <a:xfrm>
            <a:off x="13620750" y="20697825"/>
            <a:ext cx="1714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独立重建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5" name="cmp03-skill-step-1">
            <a:extLst>
              <a:ext uri="{FF2B5EF4-FFF2-40B4-BE49-F238E27FC236}">
                <a16:creationId xmlns:a16="http://schemas.microsoft.com/office/drawing/2014/main" id="{3E6A9F9E-5453-4324-9B10-6CEFE898C429}"/>
              </a:ext>
            </a:extLst>
          </p:cNvPr>
          <p:cNvSpPr>
            <a:spLocks noGrp="1"/>
          </p:cNvSpPr>
          <p:nvPr/>
        </p:nvSpPr>
        <p:spPr>
          <a:xfrm>
            <a:off x="15792450" y="20697825"/>
            <a:ext cx="1714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数值核验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" name="cmp03-skill-step-2">
            <a:extLst>
              <a:ext uri="{FF2B5EF4-FFF2-40B4-BE49-F238E27FC236}">
                <a16:creationId xmlns:a16="http://schemas.microsoft.com/office/drawing/2014/main" id="{2CA0F8D6-35F1-43E6-AA2C-D83C5179F690}"/>
              </a:ext>
            </a:extLst>
          </p:cNvPr>
          <p:cNvSpPr>
            <a:spLocks noGrp="1"/>
          </p:cNvSpPr>
          <p:nvPr/>
        </p:nvSpPr>
        <p:spPr>
          <a:xfrm>
            <a:off x="17964150" y="2069782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双向</a:t>
            </a:r>
            <a:r>
              <a:rPr lang="zh-CN" altLang="en-US" sz="2175" b="0" dirty="0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sz="2175" b="0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37" name="cmp03-skill-arrow-1">
            <a:extLst>
              <a:ext uri="{FF2B5EF4-FFF2-40B4-BE49-F238E27FC236}">
                <a16:creationId xmlns:a16="http://schemas.microsoft.com/office/drawing/2014/main" id="{F116EA5F-0C29-43AF-B705-66DF832F6136}"/>
              </a:ext>
            </a:extLst>
          </p:cNvPr>
          <p:cNvCxnSpPr/>
          <p:nvPr/>
        </p:nvCxnSpPr>
        <p:spPr>
          <a:xfrm>
            <a:off x="15440025" y="20878800"/>
            <a:ext cx="219075" cy="0"/>
          </a:xfrm>
          <a:prstGeom prst="straightConnector1">
            <a:avLst/>
          </a:prstGeom>
          <a:ln w="19050">
            <a:solidFill>
              <a:srgbClr val="30334F"/>
            </a:solidFill>
            <a:tailEnd type="triangle" w="med" len="med"/>
          </a:ln>
        </p:spPr>
      </p:cxnSp>
      <p:cxnSp>
        <p:nvCxnSpPr>
          <p:cNvPr id="238" name="cmp03-skill-arrow-2">
            <a:extLst>
              <a:ext uri="{FF2B5EF4-FFF2-40B4-BE49-F238E27FC236}">
                <a16:creationId xmlns:a16="http://schemas.microsoft.com/office/drawing/2014/main" id="{913AB599-EF55-453C-8354-B72F6C7EE48E}"/>
              </a:ext>
            </a:extLst>
          </p:cNvPr>
          <p:cNvCxnSpPr/>
          <p:nvPr/>
        </p:nvCxnSpPr>
        <p:spPr>
          <a:xfrm>
            <a:off x="17611725" y="20878800"/>
            <a:ext cx="219075" cy="0"/>
          </a:xfrm>
          <a:prstGeom prst="straightConnector1">
            <a:avLst/>
          </a:prstGeom>
          <a:ln w="19050">
            <a:solidFill>
              <a:srgbClr val="30334F"/>
            </a:solidFill>
            <a:tailEnd type="triangle" w="med" len="med"/>
          </a:ln>
        </p:spPr>
      </p:cxnSp>
      <p:sp>
        <p:nvSpPr>
          <p:cNvPr id="239" name="cmp03-direct-semantic">
            <a:extLst>
              <a:ext uri="{FF2B5EF4-FFF2-40B4-BE49-F238E27FC236}">
                <a16:creationId xmlns:a16="http://schemas.microsoft.com/office/drawing/2014/main" id="{E09C225A-ED10-4E9F-B011-0C9B0F4E2C8A}"/>
              </a:ext>
            </a:extLst>
          </p:cNvPr>
          <p:cNvSpPr>
            <a:spLocks noGrp="1"/>
          </p:cNvSpPr>
          <p:nvPr/>
        </p:nvSpPr>
        <p:spPr>
          <a:xfrm>
            <a:off x="13639800" y="21216936"/>
            <a:ext cx="6534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核查数学关系与可行域</a:t>
            </a:r>
            <a:endParaRPr sz="23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42" name="cmp03-legend-yes-check-a">
            <a:extLst>
              <a:ext uri="{FF2B5EF4-FFF2-40B4-BE49-F238E27FC236}">
                <a16:creationId xmlns:a16="http://schemas.microsoft.com/office/drawing/2014/main" id="{D80858D2-A54A-49B9-8478-FD150CD8186A}"/>
              </a:ext>
            </a:extLst>
          </p:cNvPr>
          <p:cNvCxnSpPr/>
          <p:nvPr/>
        </p:nvCxnSpPr>
        <p:spPr>
          <a:xfrm>
            <a:off x="933450" y="22317075"/>
            <a:ext cx="104775" cy="104775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cxnSp>
        <p:nvCxnSpPr>
          <p:cNvPr id="243" name="cmp03-legend-yes-check-b">
            <a:extLst>
              <a:ext uri="{FF2B5EF4-FFF2-40B4-BE49-F238E27FC236}">
                <a16:creationId xmlns:a16="http://schemas.microsoft.com/office/drawing/2014/main" id="{E17B0142-AB18-4ACF-AB67-115516FEB809}"/>
              </a:ext>
            </a:extLst>
          </p:cNvPr>
          <p:cNvCxnSpPr/>
          <p:nvPr/>
        </p:nvCxnSpPr>
        <p:spPr>
          <a:xfrm flipV="1">
            <a:off x="1038225" y="22193250"/>
            <a:ext cx="200025" cy="228600"/>
          </a:xfrm>
          <a:prstGeom prst="straightConnector1">
            <a:avLst/>
          </a:prstGeom>
          <a:ln w="40005">
            <a:solidFill>
              <a:srgbClr val="30334F"/>
            </a:solidFill>
          </a:ln>
        </p:spPr>
      </p:cxnSp>
      <p:sp>
        <p:nvSpPr>
          <p:cNvPr id="244" name="cmp03-legend-yes-caption">
            <a:extLst>
              <a:ext uri="{FF2B5EF4-FFF2-40B4-BE49-F238E27FC236}">
                <a16:creationId xmlns:a16="http://schemas.microsoft.com/office/drawing/2014/main" id="{953D21DA-C473-4FD3-B79A-9CF6FE620319}"/>
              </a:ext>
            </a:extLst>
          </p:cNvPr>
          <p:cNvSpPr>
            <a:spLocks noGrp="1"/>
          </p:cNvSpPr>
          <p:nvPr/>
        </p:nvSpPr>
        <p:spPr>
          <a:xfrm>
            <a:off x="1362075" y="22183725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机制支持</a:t>
            </a:r>
          </a:p>
        </p:txBody>
      </p:sp>
      <p:sp>
        <p:nvSpPr>
          <p:cNvPr id="245" name="cmp03-legend-partial-partial-fill">
            <a:extLst>
              <a:ext uri="{FF2B5EF4-FFF2-40B4-BE49-F238E27FC236}">
                <a16:creationId xmlns:a16="http://schemas.microsoft.com/office/drawing/2014/main" id="{BD819958-ED2E-4240-B24E-5BBB28046886}"/>
              </a:ext>
            </a:extLst>
          </p:cNvPr>
          <p:cNvSpPr>
            <a:spLocks noGrp="1"/>
          </p:cNvSpPr>
          <p:nvPr/>
        </p:nvSpPr>
        <p:spPr>
          <a:xfrm>
            <a:off x="3190875" y="22174200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142875" y="0"/>
                </a:moveTo>
                <a:cubicBezTo>
                  <a:pt x="63960" y="0"/>
                  <a:pt x="0" y="63960"/>
                  <a:pt x="0" y="142875"/>
                </a:cubicBezTo>
                <a:cubicBezTo>
                  <a:pt x="0" y="221790"/>
                  <a:pt x="63960" y="285750"/>
                  <a:pt x="142875" y="285750"/>
                </a:cubicBezTo>
                <a:lnTo>
                  <a:pt x="142875" y="0"/>
                </a:lnTo>
                <a:close/>
              </a:path>
            </a:pathLst>
          </a:custGeom>
          <a:solidFill>
            <a:srgbClr val="A7ACB9"/>
          </a:solidFill>
          <a:ln w="0">
            <a:noFill/>
          </a:ln>
        </p:spPr>
      </p:sp>
      <p:sp>
        <p:nvSpPr>
          <p:cNvPr id="246" name="cmp03-legend-partial-partial-outline">
            <a:extLst>
              <a:ext uri="{FF2B5EF4-FFF2-40B4-BE49-F238E27FC236}">
                <a16:creationId xmlns:a16="http://schemas.microsoft.com/office/drawing/2014/main" id="{0F36D69B-C49C-457E-9E70-CD98FD98EA63}"/>
              </a:ext>
            </a:extLst>
          </p:cNvPr>
          <p:cNvSpPr>
            <a:spLocks noGrp="1"/>
          </p:cNvSpPr>
          <p:nvPr/>
        </p:nvSpPr>
        <p:spPr>
          <a:xfrm>
            <a:off x="3190875" y="22174200"/>
            <a:ext cx="285750" cy="285750"/>
          </a:xfrm>
          <a:prstGeom prst="ellipse">
            <a:avLst/>
          </a:prstGeom>
          <a:noFill/>
          <a:ln w="19050">
            <a:solidFill>
              <a:srgbClr val="A7ACB9"/>
            </a:solidFill>
          </a:ln>
        </p:spPr>
      </p:sp>
      <p:sp>
        <p:nvSpPr>
          <p:cNvPr id="247" name="cmp03-legend-partial-caption">
            <a:extLst>
              <a:ext uri="{FF2B5EF4-FFF2-40B4-BE49-F238E27FC236}">
                <a16:creationId xmlns:a16="http://schemas.microsoft.com/office/drawing/2014/main" id="{E36E3C2F-1A60-4A85-BD35-17AC4E2CBCDE}"/>
              </a:ext>
            </a:extLst>
          </p:cNvPr>
          <p:cNvSpPr>
            <a:spLocks noGrp="1"/>
          </p:cNvSpPr>
          <p:nvPr/>
        </p:nvSpPr>
        <p:spPr>
          <a:xfrm>
            <a:off x="3619500" y="22183725"/>
            <a:ext cx="2095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部分 / 间接</a:t>
            </a:r>
          </a:p>
        </p:txBody>
      </p:sp>
      <p:cxnSp>
        <p:nvCxnSpPr>
          <p:cNvPr id="248" name="cmp03-legend-no-cross-a">
            <a:extLst>
              <a:ext uri="{FF2B5EF4-FFF2-40B4-BE49-F238E27FC236}">
                <a16:creationId xmlns:a16="http://schemas.microsoft.com/office/drawing/2014/main" id="{06E7B4DB-9878-4CCE-A9CA-C63369B245EC}"/>
              </a:ext>
            </a:extLst>
          </p:cNvPr>
          <p:cNvCxnSpPr/>
          <p:nvPr/>
        </p:nvCxnSpPr>
        <p:spPr>
          <a:xfrm>
            <a:off x="6029325" y="22202775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cxnSp>
        <p:nvCxnSpPr>
          <p:cNvPr id="249" name="cmp03-legend-no-cross-b">
            <a:extLst>
              <a:ext uri="{FF2B5EF4-FFF2-40B4-BE49-F238E27FC236}">
                <a16:creationId xmlns:a16="http://schemas.microsoft.com/office/drawing/2014/main" id="{9D247682-8837-41FF-8A45-3D974C55F1F2}"/>
              </a:ext>
            </a:extLst>
          </p:cNvPr>
          <p:cNvCxnSpPr/>
          <p:nvPr/>
        </p:nvCxnSpPr>
        <p:spPr>
          <a:xfrm flipH="1">
            <a:off x="6029325" y="22202775"/>
            <a:ext cx="228600" cy="228600"/>
          </a:xfrm>
          <a:prstGeom prst="straightConnector1">
            <a:avLst/>
          </a:prstGeom>
          <a:ln w="32385">
            <a:solidFill>
              <a:srgbClr val="A56D59"/>
            </a:solidFill>
          </a:ln>
        </p:spPr>
      </p:cxnSp>
      <p:sp>
        <p:nvSpPr>
          <p:cNvPr id="250" name="cmp03-legend-no-caption">
            <a:extLst>
              <a:ext uri="{FF2B5EF4-FFF2-40B4-BE49-F238E27FC236}">
                <a16:creationId xmlns:a16="http://schemas.microsoft.com/office/drawing/2014/main" id="{FCBF6607-B0DC-41F2-B31A-1C40D6179A6E}"/>
              </a:ext>
            </a:extLst>
          </p:cNvPr>
          <p:cNvSpPr>
            <a:spLocks noGrp="1"/>
          </p:cNvSpPr>
          <p:nvPr/>
        </p:nvSpPr>
        <p:spPr>
          <a:xfrm>
            <a:off x="6429375" y="22183725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未提供</a:t>
            </a:r>
            <a:r>
              <a:rPr lang="zh-CN" altLang="en-US" sz="172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该</a:t>
            </a:r>
            <a:r>
              <a:rPr sz="1725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机制</a:t>
            </a:r>
            <a:endParaRPr sz="172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1" name="cmp03-reference-authors">
            <a:extLst>
              <a:ext uri="{FF2B5EF4-FFF2-40B4-BE49-F238E27FC236}">
                <a16:creationId xmlns:a16="http://schemas.microsoft.com/office/drawing/2014/main" id="{F43ACEDF-A96D-4F2F-8121-F82285FC640D}"/>
              </a:ext>
            </a:extLst>
          </p:cNvPr>
          <p:cNvSpPr>
            <a:spLocks noGrp="1"/>
          </p:cNvSpPr>
          <p:nvPr/>
        </p:nvSpPr>
        <p:spPr>
          <a:xfrm>
            <a:off x="913447" y="22391369"/>
            <a:ext cx="19478625" cy="6515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4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[1] Lian J. J., Sun Y., Chen H., Zhang C., Qin H., Teo C.-P. </a:t>
            </a:r>
            <a:r>
              <a:rPr sz="1425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ReLoop</a:t>
            </a:r>
            <a:r>
              <a:rPr sz="142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: Structured Modeling and Behavioral Verification</a:t>
            </a:r>
            <a:r>
              <a:rPr lang="en-US" sz="142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/>
              <a:t>for Reliable LLM-Based Optimization. </a:t>
            </a:r>
            <a:r>
              <a:rPr lang="en-US" altLang="zh-CN" dirty="0" err="1"/>
              <a:t>NeurIPS</a:t>
            </a:r>
            <a:r>
              <a:rPr lang="en-US" altLang="zh-CN" dirty="0"/>
              <a:t> 2026. arXiv:2602.15983v6.</a:t>
            </a:r>
            <a:endParaRPr sz="142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3" name="fw13-step-0">
            <a:extLst>
              <a:ext uri="{FF2B5EF4-FFF2-40B4-BE49-F238E27FC236}">
                <a16:creationId xmlns:a16="http://schemas.microsoft.com/office/drawing/2014/main" id="{26527D26-F0E8-4B1A-B246-AF720B8F1A93}"/>
              </a:ext>
            </a:extLst>
          </p:cNvPr>
          <p:cNvSpPr>
            <a:spLocks noGrp="1"/>
          </p:cNvSpPr>
          <p:nvPr/>
        </p:nvSpPr>
        <p:spPr>
          <a:xfrm>
            <a:off x="95250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FFF5CF"/>
          </a:solidFill>
          <a:ln w="19050">
            <a:solidFill>
              <a:srgbClr val="30334F"/>
            </a:solidFill>
          </a:ln>
        </p:spPr>
      </p:sp>
      <p:sp>
        <p:nvSpPr>
          <p:cNvPr id="254" name="fw13-step-number-0">
            <a:extLst>
              <a:ext uri="{FF2B5EF4-FFF2-40B4-BE49-F238E27FC236}">
                <a16:creationId xmlns:a16="http://schemas.microsoft.com/office/drawing/2014/main" id="{B671692D-7C0F-48F2-B657-A23B8681EC06}"/>
              </a:ext>
            </a:extLst>
          </p:cNvPr>
          <p:cNvSpPr>
            <a:spLocks noGrp="1"/>
          </p:cNvSpPr>
          <p:nvPr/>
        </p:nvSpPr>
        <p:spPr>
          <a:xfrm>
            <a:off x="110490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5" name="fw13-step-title-0">
            <a:extLst>
              <a:ext uri="{FF2B5EF4-FFF2-40B4-BE49-F238E27FC236}">
                <a16:creationId xmlns:a16="http://schemas.microsoft.com/office/drawing/2014/main" id="{093964F5-A493-4B21-8D3C-59EA28BAD65F}"/>
              </a:ext>
            </a:extLst>
          </p:cNvPr>
          <p:cNvSpPr>
            <a:spLocks noGrp="1"/>
          </p:cNvSpPr>
          <p:nvPr/>
        </p:nvSpPr>
        <p:spPr>
          <a:xfrm>
            <a:off x="104775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识别输入</a:t>
            </a:r>
          </a:p>
        </p:txBody>
      </p:sp>
      <p:sp>
        <p:nvSpPr>
          <p:cNvPr id="256" name="fw13-step-desc-0">
            <a:extLst>
              <a:ext uri="{FF2B5EF4-FFF2-40B4-BE49-F238E27FC236}">
                <a16:creationId xmlns:a16="http://schemas.microsoft.com/office/drawing/2014/main" id="{7B605996-4027-40BD-879D-F199CE426630}"/>
              </a:ext>
            </a:extLst>
          </p:cNvPr>
          <p:cNvSpPr>
            <a:spLocks noGrp="1"/>
          </p:cNvSpPr>
          <p:nvPr/>
        </p:nvSpPr>
        <p:spPr>
          <a:xfrm>
            <a:off x="104775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数学描述 · 活动代码</a:t>
            </a:r>
          </a:p>
          <a:p>
            <a:pPr algn="ctr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参数 · 已有结果</a:t>
            </a:r>
          </a:p>
        </p:txBody>
      </p:sp>
      <p:cxnSp>
        <p:nvCxnSpPr>
          <p:cNvPr id="257" name="fw13-main-arrow-0">
            <a:extLst>
              <a:ext uri="{FF2B5EF4-FFF2-40B4-BE49-F238E27FC236}">
                <a16:creationId xmlns:a16="http://schemas.microsoft.com/office/drawing/2014/main" id="{AF55C198-A95B-4773-A286-FB0119EE6B42}"/>
              </a:ext>
            </a:extLst>
          </p:cNvPr>
          <p:cNvCxnSpPr/>
          <p:nvPr/>
        </p:nvCxnSpPr>
        <p:spPr>
          <a:xfrm>
            <a:off x="3924300" y="12611100"/>
            <a:ext cx="257175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258" name="fw13-step-1">
            <a:extLst>
              <a:ext uri="{FF2B5EF4-FFF2-40B4-BE49-F238E27FC236}">
                <a16:creationId xmlns:a16="http://schemas.microsoft.com/office/drawing/2014/main" id="{6146B843-8483-4070-8F45-00B970B36471}"/>
              </a:ext>
            </a:extLst>
          </p:cNvPr>
          <p:cNvSpPr>
            <a:spLocks noGrp="1"/>
          </p:cNvSpPr>
          <p:nvPr/>
        </p:nvSpPr>
        <p:spPr>
          <a:xfrm>
            <a:off x="424815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E3EDF7"/>
          </a:solidFill>
          <a:ln w="19050">
            <a:solidFill>
              <a:srgbClr val="30334F"/>
            </a:solidFill>
          </a:ln>
        </p:spPr>
      </p:sp>
      <p:sp>
        <p:nvSpPr>
          <p:cNvPr id="259" name="fw13-step-number-1">
            <a:extLst>
              <a:ext uri="{FF2B5EF4-FFF2-40B4-BE49-F238E27FC236}">
                <a16:creationId xmlns:a16="http://schemas.microsoft.com/office/drawing/2014/main" id="{90FBE0F2-BA25-4979-9FC6-D11F58DA80CF}"/>
              </a:ext>
            </a:extLst>
          </p:cNvPr>
          <p:cNvSpPr>
            <a:spLocks noGrp="1"/>
          </p:cNvSpPr>
          <p:nvPr/>
        </p:nvSpPr>
        <p:spPr>
          <a:xfrm>
            <a:off x="440055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0" name="fw13-step-title-1">
            <a:extLst>
              <a:ext uri="{FF2B5EF4-FFF2-40B4-BE49-F238E27FC236}">
                <a16:creationId xmlns:a16="http://schemas.microsoft.com/office/drawing/2014/main" id="{72043B7A-1960-4D68-99C5-087E0FF6CF13}"/>
              </a:ext>
            </a:extLst>
          </p:cNvPr>
          <p:cNvSpPr>
            <a:spLocks noGrp="1"/>
          </p:cNvSpPr>
          <p:nvPr/>
        </p:nvSpPr>
        <p:spPr>
          <a:xfrm>
            <a:off x="434340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公式-代码映射</a:t>
            </a:r>
          </a:p>
        </p:txBody>
      </p:sp>
      <p:sp>
        <p:nvSpPr>
          <p:cNvPr id="261" name="fw13-step-desc-1">
            <a:extLst>
              <a:ext uri="{FF2B5EF4-FFF2-40B4-BE49-F238E27FC236}">
                <a16:creationId xmlns:a16="http://schemas.microsoft.com/office/drawing/2014/main" id="{8B47E4CD-A3E4-4F32-8CA1-1B327CDEA1BB}"/>
              </a:ext>
            </a:extLst>
          </p:cNvPr>
          <p:cNvSpPr>
            <a:spLocks noGrp="1"/>
          </p:cNvSpPr>
          <p:nvPr/>
        </p:nvSpPr>
        <p:spPr>
          <a:xfrm>
            <a:off x="434340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约束双向对齐</a:t>
            </a:r>
            <a:endParaRPr sz="18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62" name="fw13-main-arrow-1">
            <a:extLst>
              <a:ext uri="{FF2B5EF4-FFF2-40B4-BE49-F238E27FC236}">
                <a16:creationId xmlns:a16="http://schemas.microsoft.com/office/drawing/2014/main" id="{458FF0E6-78B1-4345-9730-227127DCDF7C}"/>
              </a:ext>
            </a:extLst>
          </p:cNvPr>
          <p:cNvCxnSpPr/>
          <p:nvPr/>
        </p:nvCxnSpPr>
        <p:spPr>
          <a:xfrm>
            <a:off x="7219950" y="12611100"/>
            <a:ext cx="257175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263" name="fw13-step-2">
            <a:extLst>
              <a:ext uri="{FF2B5EF4-FFF2-40B4-BE49-F238E27FC236}">
                <a16:creationId xmlns:a16="http://schemas.microsoft.com/office/drawing/2014/main" id="{C8747974-BEEC-475C-A020-31A180204865}"/>
              </a:ext>
            </a:extLst>
          </p:cNvPr>
          <p:cNvSpPr>
            <a:spLocks noGrp="1"/>
          </p:cNvSpPr>
          <p:nvPr/>
        </p:nvSpPr>
        <p:spPr>
          <a:xfrm>
            <a:off x="754380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E5EFD9"/>
          </a:solidFill>
          <a:ln w="19050">
            <a:solidFill>
              <a:srgbClr val="30334F"/>
            </a:solidFill>
          </a:ln>
        </p:spPr>
      </p:sp>
      <p:sp>
        <p:nvSpPr>
          <p:cNvPr id="264" name="fw13-step-number-2">
            <a:extLst>
              <a:ext uri="{FF2B5EF4-FFF2-40B4-BE49-F238E27FC236}">
                <a16:creationId xmlns:a16="http://schemas.microsoft.com/office/drawing/2014/main" id="{5F46AB9F-7476-4E90-BDE5-6A329E164BCF}"/>
              </a:ext>
            </a:extLst>
          </p:cNvPr>
          <p:cNvSpPr>
            <a:spLocks noGrp="1"/>
          </p:cNvSpPr>
          <p:nvPr/>
        </p:nvSpPr>
        <p:spPr>
          <a:xfrm>
            <a:off x="769620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5" name="fw13-step-title-2">
            <a:extLst>
              <a:ext uri="{FF2B5EF4-FFF2-40B4-BE49-F238E27FC236}">
                <a16:creationId xmlns:a16="http://schemas.microsoft.com/office/drawing/2014/main" id="{976A4BA4-BCBF-4217-9FA2-F0C8E8C7824E}"/>
              </a:ext>
            </a:extLst>
          </p:cNvPr>
          <p:cNvSpPr>
            <a:spLocks noGrp="1"/>
          </p:cNvSpPr>
          <p:nvPr/>
        </p:nvSpPr>
        <p:spPr>
          <a:xfrm>
            <a:off x="763905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激活知识</a:t>
            </a:r>
            <a:r>
              <a:rPr lang="en-US"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card</a:t>
            </a:r>
            <a:endParaRPr sz="2325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6" name="fw13-step-desc-2">
            <a:extLst>
              <a:ext uri="{FF2B5EF4-FFF2-40B4-BE49-F238E27FC236}">
                <a16:creationId xmlns:a16="http://schemas.microsoft.com/office/drawing/2014/main" id="{1BE91FF7-184A-450B-AA24-1E601A27BD1C}"/>
              </a:ext>
            </a:extLst>
          </p:cNvPr>
          <p:cNvSpPr>
            <a:spLocks noGrp="1"/>
          </p:cNvSpPr>
          <p:nvPr/>
        </p:nvSpPr>
        <p:spPr>
          <a:xfrm>
            <a:off x="763905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条件匹配</a:t>
            </a:r>
            <a:r>
              <a:rPr sz="18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lang="zh-CN" altLang="en-US" dirty="0"/>
              <a:t>部分激活</a:t>
            </a:r>
            <a:endParaRPr sz="18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67" name="fw13-main-arrow-2">
            <a:extLst>
              <a:ext uri="{FF2B5EF4-FFF2-40B4-BE49-F238E27FC236}">
                <a16:creationId xmlns:a16="http://schemas.microsoft.com/office/drawing/2014/main" id="{A0684B68-9D67-41E0-990F-B0C43EAFE9C2}"/>
              </a:ext>
            </a:extLst>
          </p:cNvPr>
          <p:cNvCxnSpPr/>
          <p:nvPr/>
        </p:nvCxnSpPr>
        <p:spPr>
          <a:xfrm>
            <a:off x="10515600" y="12611100"/>
            <a:ext cx="257175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268" name="fw13-step-3">
            <a:extLst>
              <a:ext uri="{FF2B5EF4-FFF2-40B4-BE49-F238E27FC236}">
                <a16:creationId xmlns:a16="http://schemas.microsoft.com/office/drawing/2014/main" id="{A74296D3-C3BE-49F6-9189-389E1E7F8ABE}"/>
              </a:ext>
            </a:extLst>
          </p:cNvPr>
          <p:cNvSpPr>
            <a:spLocks noGrp="1"/>
          </p:cNvSpPr>
          <p:nvPr/>
        </p:nvSpPr>
        <p:spPr>
          <a:xfrm>
            <a:off x="1083945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E7E3F3"/>
          </a:solidFill>
          <a:ln w="19050">
            <a:solidFill>
              <a:srgbClr val="30334F"/>
            </a:solidFill>
          </a:ln>
        </p:spPr>
      </p:sp>
      <p:sp>
        <p:nvSpPr>
          <p:cNvPr id="269" name="fw13-step-number-3">
            <a:extLst>
              <a:ext uri="{FF2B5EF4-FFF2-40B4-BE49-F238E27FC236}">
                <a16:creationId xmlns:a16="http://schemas.microsoft.com/office/drawing/2014/main" id="{E6EB8649-E0E4-460E-A17C-E5E8CCD5AABD}"/>
              </a:ext>
            </a:extLst>
          </p:cNvPr>
          <p:cNvSpPr>
            <a:spLocks noGrp="1"/>
          </p:cNvSpPr>
          <p:nvPr/>
        </p:nvSpPr>
        <p:spPr>
          <a:xfrm>
            <a:off x="1099185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0" name="fw13-step-title-3">
            <a:extLst>
              <a:ext uri="{FF2B5EF4-FFF2-40B4-BE49-F238E27FC236}">
                <a16:creationId xmlns:a16="http://schemas.microsoft.com/office/drawing/2014/main" id="{C6736C07-C357-4F67-A554-374362C8330A}"/>
              </a:ext>
            </a:extLst>
          </p:cNvPr>
          <p:cNvSpPr>
            <a:spLocks noGrp="1"/>
          </p:cNvSpPr>
          <p:nvPr/>
        </p:nvSpPr>
        <p:spPr>
          <a:xfrm>
            <a:off x="1093470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建立</a:t>
            </a:r>
            <a:r>
              <a:rPr lang="zh-CN" altLang="en-US" dirty="0"/>
              <a:t>校验</a:t>
            </a: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endParaRPr sz="2325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1" name="fw13-step-desc-3">
            <a:extLst>
              <a:ext uri="{FF2B5EF4-FFF2-40B4-BE49-F238E27FC236}">
                <a16:creationId xmlns:a16="http://schemas.microsoft.com/office/drawing/2014/main" id="{30531BF4-8D08-494F-B7C2-73665F568F2F}"/>
              </a:ext>
            </a:extLst>
          </p:cNvPr>
          <p:cNvSpPr>
            <a:spLocks noGrp="1"/>
          </p:cNvSpPr>
          <p:nvPr/>
        </p:nvSpPr>
        <p:spPr>
          <a:xfrm>
            <a:off x="1093470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Skill </a:t>
            </a: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内核</a:t>
            </a:r>
            <a:r>
              <a:rPr sz="18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项目适配</a:t>
            </a:r>
            <a:endParaRPr sz="18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72" name="fw13-main-arrow-3">
            <a:extLst>
              <a:ext uri="{FF2B5EF4-FFF2-40B4-BE49-F238E27FC236}">
                <a16:creationId xmlns:a16="http://schemas.microsoft.com/office/drawing/2014/main" id="{6060CA67-C7E9-4AC4-9D1C-769EDFE3E239}"/>
              </a:ext>
            </a:extLst>
          </p:cNvPr>
          <p:cNvCxnSpPr/>
          <p:nvPr/>
        </p:nvCxnSpPr>
        <p:spPr>
          <a:xfrm>
            <a:off x="13811250" y="12611100"/>
            <a:ext cx="257175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273" name="fw13-step-4">
            <a:extLst>
              <a:ext uri="{FF2B5EF4-FFF2-40B4-BE49-F238E27FC236}">
                <a16:creationId xmlns:a16="http://schemas.microsoft.com/office/drawing/2014/main" id="{67E4312C-C4DC-4670-AC38-D0F7A641CB9A}"/>
              </a:ext>
            </a:extLst>
          </p:cNvPr>
          <p:cNvSpPr>
            <a:spLocks noGrp="1"/>
          </p:cNvSpPr>
          <p:nvPr/>
        </p:nvSpPr>
        <p:spPr>
          <a:xfrm>
            <a:off x="1413510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E3EDF7"/>
          </a:solidFill>
          <a:ln w="19050">
            <a:solidFill>
              <a:srgbClr val="30334F"/>
            </a:solidFill>
          </a:ln>
        </p:spPr>
      </p:sp>
      <p:sp>
        <p:nvSpPr>
          <p:cNvPr id="274" name="fw13-step-number-4">
            <a:extLst>
              <a:ext uri="{FF2B5EF4-FFF2-40B4-BE49-F238E27FC236}">
                <a16:creationId xmlns:a16="http://schemas.microsoft.com/office/drawing/2014/main" id="{F9F431DE-28B3-42FB-9CAF-DFF4FA7FE98F}"/>
              </a:ext>
            </a:extLst>
          </p:cNvPr>
          <p:cNvSpPr>
            <a:spLocks noGrp="1"/>
          </p:cNvSpPr>
          <p:nvPr/>
        </p:nvSpPr>
        <p:spPr>
          <a:xfrm>
            <a:off x="1428750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5" name="fw13-step-title-4">
            <a:extLst>
              <a:ext uri="{FF2B5EF4-FFF2-40B4-BE49-F238E27FC236}">
                <a16:creationId xmlns:a16="http://schemas.microsoft.com/office/drawing/2014/main" id="{8C4BCAE2-5EAD-4001-BB80-DC258049C509}"/>
              </a:ext>
            </a:extLst>
          </p:cNvPr>
          <p:cNvSpPr>
            <a:spLocks noGrp="1"/>
          </p:cNvSpPr>
          <p:nvPr/>
        </p:nvSpPr>
        <p:spPr>
          <a:xfrm>
            <a:off x="1423035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数值检验</a:t>
            </a:r>
            <a:endParaRPr sz="2325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" name="fw13-step-desc-4">
            <a:extLst>
              <a:ext uri="{FF2B5EF4-FFF2-40B4-BE49-F238E27FC236}">
                <a16:creationId xmlns:a16="http://schemas.microsoft.com/office/drawing/2014/main" id="{4B605A19-F6DF-4DDF-818C-4BB171669B4E}"/>
              </a:ext>
            </a:extLst>
          </p:cNvPr>
          <p:cNvSpPr>
            <a:spLocks noGrp="1"/>
          </p:cNvSpPr>
          <p:nvPr/>
        </p:nvSpPr>
        <p:spPr>
          <a:xfrm>
            <a:off x="1423035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独立重建</a:t>
            </a:r>
            <a:r>
              <a:rPr sz="18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数值验证</a:t>
            </a:r>
            <a:endParaRPr sz="18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77" name="fw13-main-arrow-4">
            <a:extLst>
              <a:ext uri="{FF2B5EF4-FFF2-40B4-BE49-F238E27FC236}">
                <a16:creationId xmlns:a16="http://schemas.microsoft.com/office/drawing/2014/main" id="{D05C22AB-2E6B-48CE-A54A-C4E3A0062DFD}"/>
              </a:ext>
            </a:extLst>
          </p:cNvPr>
          <p:cNvCxnSpPr/>
          <p:nvPr/>
        </p:nvCxnSpPr>
        <p:spPr>
          <a:xfrm>
            <a:off x="17106900" y="12611100"/>
            <a:ext cx="257175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278" name="fw13-step-5">
            <a:extLst>
              <a:ext uri="{FF2B5EF4-FFF2-40B4-BE49-F238E27FC236}">
                <a16:creationId xmlns:a16="http://schemas.microsoft.com/office/drawing/2014/main" id="{ADDC8F31-0F61-41C4-A7A6-0CA3F083C4EC}"/>
              </a:ext>
            </a:extLst>
          </p:cNvPr>
          <p:cNvSpPr>
            <a:spLocks noGrp="1"/>
          </p:cNvSpPr>
          <p:nvPr/>
        </p:nvSpPr>
        <p:spPr>
          <a:xfrm>
            <a:off x="17430750" y="11277600"/>
            <a:ext cx="2905125" cy="2838450"/>
          </a:xfrm>
          <a:prstGeom prst="roundRect">
            <a:avLst>
              <a:gd name="adj" fmla="val 4027"/>
            </a:avLst>
          </a:prstGeom>
          <a:solidFill>
            <a:srgbClr val="FFF5CF"/>
          </a:solidFill>
          <a:ln w="19050">
            <a:solidFill>
              <a:srgbClr val="30334F"/>
            </a:solidFill>
          </a:ln>
        </p:spPr>
      </p:sp>
      <p:sp>
        <p:nvSpPr>
          <p:cNvPr id="279" name="fw13-step-number-5">
            <a:extLst>
              <a:ext uri="{FF2B5EF4-FFF2-40B4-BE49-F238E27FC236}">
                <a16:creationId xmlns:a16="http://schemas.microsoft.com/office/drawing/2014/main" id="{3DBF345C-FF09-4EF7-BA6E-1F4A2B34AAC1}"/>
              </a:ext>
            </a:extLst>
          </p:cNvPr>
          <p:cNvSpPr>
            <a:spLocks noGrp="1"/>
          </p:cNvSpPr>
          <p:nvPr/>
        </p:nvSpPr>
        <p:spPr>
          <a:xfrm>
            <a:off x="17583150" y="113538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0" name="fw13-step-title-5">
            <a:extLst>
              <a:ext uri="{FF2B5EF4-FFF2-40B4-BE49-F238E27FC236}">
                <a16:creationId xmlns:a16="http://schemas.microsoft.com/office/drawing/2014/main" id="{787B2EDF-C1F5-4587-B4CC-97445379DFC5}"/>
              </a:ext>
            </a:extLst>
          </p:cNvPr>
          <p:cNvSpPr>
            <a:spLocks noGrp="1"/>
          </p:cNvSpPr>
          <p:nvPr/>
        </p:nvSpPr>
        <p:spPr>
          <a:xfrm>
            <a:off x="17526000" y="131064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281" name="fw13-step-desc-5">
            <a:extLst>
              <a:ext uri="{FF2B5EF4-FFF2-40B4-BE49-F238E27FC236}">
                <a16:creationId xmlns:a16="http://schemas.microsoft.com/office/drawing/2014/main" id="{59338E4E-7A5D-44B1-B3EB-E2BC129BDA16}"/>
              </a:ext>
            </a:extLst>
          </p:cNvPr>
          <p:cNvSpPr>
            <a:spLocks noGrp="1"/>
          </p:cNvSpPr>
          <p:nvPr/>
        </p:nvSpPr>
        <p:spPr>
          <a:xfrm>
            <a:off x="17526000" y="13525500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校验</a:t>
            </a: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证据</a:t>
            </a:r>
            <a:r>
              <a:rPr sz="18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8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修复建议</a:t>
            </a:r>
            <a:endParaRPr sz="18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" name="fw13-input-math">
            <a:extLst>
              <a:ext uri="{FF2B5EF4-FFF2-40B4-BE49-F238E27FC236}">
                <a16:creationId xmlns:a16="http://schemas.microsoft.com/office/drawing/2014/main" id="{497CB058-42C5-4F09-A2EA-AD352AC6F7C5}"/>
              </a:ext>
            </a:extLst>
          </p:cNvPr>
          <p:cNvSpPr>
            <a:spLocks noGrp="1"/>
          </p:cNvSpPr>
          <p:nvPr/>
        </p:nvSpPr>
        <p:spPr>
          <a:xfrm>
            <a:off x="1371600" y="11734800"/>
            <a:ext cx="838200" cy="1066800"/>
          </a:xfrm>
          <a:prstGeom prst="roundRect">
            <a:avLst>
              <a:gd name="adj" fmla="val 13636"/>
            </a:avLst>
          </a:prstGeom>
          <a:solidFill>
            <a:srgbClr val="FFFBED"/>
          </a:solidFill>
          <a:ln w="21908">
            <a:solidFill>
              <a:srgbClr val="30334F"/>
            </a:solidFill>
          </a:ln>
        </p:spPr>
      </p:sp>
      <p:sp>
        <p:nvSpPr>
          <p:cNvPr id="283" name="fw13-input-math-label">
            <a:extLst>
              <a:ext uri="{FF2B5EF4-FFF2-40B4-BE49-F238E27FC236}">
                <a16:creationId xmlns:a16="http://schemas.microsoft.com/office/drawing/2014/main" id="{411D328B-DEE1-4681-8796-BC746E9C1D45}"/>
              </a:ext>
            </a:extLst>
          </p:cNvPr>
          <p:cNvSpPr>
            <a:spLocks noGrp="1"/>
          </p:cNvSpPr>
          <p:nvPr/>
        </p:nvSpPr>
        <p:spPr>
          <a:xfrm>
            <a:off x="1419225" y="11811000"/>
            <a:ext cx="74295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Σ</a:t>
            </a:r>
          </a:p>
        </p:txBody>
      </p:sp>
      <p:cxnSp>
        <p:nvCxnSpPr>
          <p:cNvPr id="284" name="fw13-input-math-rule-0">
            <a:extLst>
              <a:ext uri="{FF2B5EF4-FFF2-40B4-BE49-F238E27FC236}">
                <a16:creationId xmlns:a16="http://schemas.microsoft.com/office/drawing/2014/main" id="{22CC4178-2DC3-488B-9437-A0423DFD22D1}"/>
              </a:ext>
            </a:extLst>
          </p:cNvPr>
          <p:cNvCxnSpPr/>
          <p:nvPr/>
        </p:nvCxnSpPr>
        <p:spPr>
          <a:xfrm>
            <a:off x="1539240" y="12481560"/>
            <a:ext cx="50292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285" name="fw13-input-math-rule-1">
            <a:extLst>
              <a:ext uri="{FF2B5EF4-FFF2-40B4-BE49-F238E27FC236}">
                <a16:creationId xmlns:a16="http://schemas.microsoft.com/office/drawing/2014/main" id="{6367342F-015F-4016-A4F6-CE28C7E6474B}"/>
              </a:ext>
            </a:extLst>
          </p:cNvPr>
          <p:cNvCxnSpPr/>
          <p:nvPr/>
        </p:nvCxnSpPr>
        <p:spPr>
          <a:xfrm>
            <a:off x="1539240" y="12595860"/>
            <a:ext cx="37719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286" name="fw13-input-code">
            <a:extLst>
              <a:ext uri="{FF2B5EF4-FFF2-40B4-BE49-F238E27FC236}">
                <a16:creationId xmlns:a16="http://schemas.microsoft.com/office/drawing/2014/main" id="{1D4E4390-7FA1-4FBD-81FE-708C4B50A90F}"/>
              </a:ext>
            </a:extLst>
          </p:cNvPr>
          <p:cNvSpPr>
            <a:spLocks noGrp="1"/>
          </p:cNvSpPr>
          <p:nvPr/>
        </p:nvSpPr>
        <p:spPr>
          <a:xfrm>
            <a:off x="2343150" y="11610975"/>
            <a:ext cx="933450" cy="1114425"/>
          </a:xfrm>
          <a:prstGeom prst="roundRect">
            <a:avLst>
              <a:gd name="adj" fmla="val 12245"/>
            </a:avLst>
          </a:prstGeom>
          <a:solidFill>
            <a:srgbClr val="F4F8FC"/>
          </a:solidFill>
          <a:ln w="21908">
            <a:solidFill>
              <a:srgbClr val="30334F"/>
            </a:solidFill>
          </a:ln>
        </p:spPr>
      </p:sp>
      <p:sp>
        <p:nvSpPr>
          <p:cNvPr id="287" name="fw13-input-code-label">
            <a:extLst>
              <a:ext uri="{FF2B5EF4-FFF2-40B4-BE49-F238E27FC236}">
                <a16:creationId xmlns:a16="http://schemas.microsoft.com/office/drawing/2014/main" id="{C36DEF90-6FD3-4745-A6B9-3358EF5345C5}"/>
              </a:ext>
            </a:extLst>
          </p:cNvPr>
          <p:cNvSpPr>
            <a:spLocks noGrp="1"/>
          </p:cNvSpPr>
          <p:nvPr/>
        </p:nvSpPr>
        <p:spPr>
          <a:xfrm>
            <a:off x="2390775" y="11687175"/>
            <a:ext cx="838200" cy="5349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&lt;/&gt;</a:t>
            </a:r>
          </a:p>
        </p:txBody>
      </p:sp>
      <p:cxnSp>
        <p:nvCxnSpPr>
          <p:cNvPr id="288" name="fw13-input-code-rule-0">
            <a:extLst>
              <a:ext uri="{FF2B5EF4-FFF2-40B4-BE49-F238E27FC236}">
                <a16:creationId xmlns:a16="http://schemas.microsoft.com/office/drawing/2014/main" id="{97A63FDA-1034-4940-AD36-1E38A0A91542}"/>
              </a:ext>
            </a:extLst>
          </p:cNvPr>
          <p:cNvCxnSpPr/>
          <p:nvPr/>
        </p:nvCxnSpPr>
        <p:spPr>
          <a:xfrm>
            <a:off x="2529840" y="12391073"/>
            <a:ext cx="56007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289" name="fw13-input-code-rule-1">
            <a:extLst>
              <a:ext uri="{FF2B5EF4-FFF2-40B4-BE49-F238E27FC236}">
                <a16:creationId xmlns:a16="http://schemas.microsoft.com/office/drawing/2014/main" id="{4A65405E-8837-46EF-9AD9-FDF59CAC75CC}"/>
              </a:ext>
            </a:extLst>
          </p:cNvPr>
          <p:cNvCxnSpPr/>
          <p:nvPr/>
        </p:nvCxnSpPr>
        <p:spPr>
          <a:xfrm>
            <a:off x="2529840" y="12505373"/>
            <a:ext cx="420052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290" name="fw13-input-parameters">
            <a:extLst>
              <a:ext uri="{FF2B5EF4-FFF2-40B4-BE49-F238E27FC236}">
                <a16:creationId xmlns:a16="http://schemas.microsoft.com/office/drawing/2014/main" id="{4DAE4714-9644-4D22-920F-97AD64D7FED2}"/>
              </a:ext>
            </a:extLst>
          </p:cNvPr>
          <p:cNvSpPr>
            <a:spLocks noGrp="1"/>
          </p:cNvSpPr>
          <p:nvPr/>
        </p:nvSpPr>
        <p:spPr>
          <a:xfrm>
            <a:off x="2038350" y="12420600"/>
            <a:ext cx="1352550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cxnSp>
        <p:nvCxnSpPr>
          <p:cNvPr id="291" name="fw13-parameter-track-0">
            <a:extLst>
              <a:ext uri="{FF2B5EF4-FFF2-40B4-BE49-F238E27FC236}">
                <a16:creationId xmlns:a16="http://schemas.microsoft.com/office/drawing/2014/main" id="{B2A4612F-27CD-4EAE-A597-2F4CFE61EBB4}"/>
              </a:ext>
            </a:extLst>
          </p:cNvPr>
          <p:cNvCxnSpPr/>
          <p:nvPr/>
        </p:nvCxnSpPr>
        <p:spPr>
          <a:xfrm>
            <a:off x="2209800" y="12592050"/>
            <a:ext cx="10001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292" name="fw13-parameter-knob-0">
            <a:extLst>
              <a:ext uri="{FF2B5EF4-FFF2-40B4-BE49-F238E27FC236}">
                <a16:creationId xmlns:a16="http://schemas.microsoft.com/office/drawing/2014/main" id="{20AEA117-0AED-469F-A517-817F98A5297E}"/>
              </a:ext>
            </a:extLst>
          </p:cNvPr>
          <p:cNvSpPr>
            <a:spLocks noGrp="1"/>
          </p:cNvSpPr>
          <p:nvPr/>
        </p:nvSpPr>
        <p:spPr>
          <a:xfrm>
            <a:off x="2457450" y="12534900"/>
            <a:ext cx="114300" cy="114300"/>
          </a:xfrm>
          <a:prstGeom prst="ellipse">
            <a:avLst/>
          </a:prstGeom>
          <a:solidFill>
            <a:srgbClr val="A9BDD3"/>
          </a:solidFill>
          <a:ln w="21908">
            <a:solidFill>
              <a:srgbClr val="30334F"/>
            </a:solidFill>
          </a:ln>
        </p:spPr>
      </p:sp>
      <p:cxnSp>
        <p:nvCxnSpPr>
          <p:cNvPr id="293" name="fw13-parameter-track-1">
            <a:extLst>
              <a:ext uri="{FF2B5EF4-FFF2-40B4-BE49-F238E27FC236}">
                <a16:creationId xmlns:a16="http://schemas.microsoft.com/office/drawing/2014/main" id="{6D197D91-2BE2-4470-822F-EAE7ACBDBEAA}"/>
              </a:ext>
            </a:extLst>
          </p:cNvPr>
          <p:cNvCxnSpPr/>
          <p:nvPr/>
        </p:nvCxnSpPr>
        <p:spPr>
          <a:xfrm>
            <a:off x="2209800" y="12801600"/>
            <a:ext cx="10001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294" name="fw13-parameter-knob-1">
            <a:extLst>
              <a:ext uri="{FF2B5EF4-FFF2-40B4-BE49-F238E27FC236}">
                <a16:creationId xmlns:a16="http://schemas.microsoft.com/office/drawing/2014/main" id="{4B5D448F-57F4-46E3-94E7-2C0CAD8C06D9}"/>
              </a:ext>
            </a:extLst>
          </p:cNvPr>
          <p:cNvSpPr>
            <a:spLocks noGrp="1"/>
          </p:cNvSpPr>
          <p:nvPr/>
        </p:nvSpPr>
        <p:spPr>
          <a:xfrm>
            <a:off x="2876550" y="12744450"/>
            <a:ext cx="114300" cy="114300"/>
          </a:xfrm>
          <a:prstGeom prst="ellipse">
            <a:avLst/>
          </a:prstGeom>
          <a:solidFill>
            <a:srgbClr val="30334F"/>
          </a:solidFill>
          <a:ln w="21908">
            <a:solidFill>
              <a:srgbClr val="30334F"/>
            </a:solidFill>
          </a:ln>
        </p:spPr>
      </p:sp>
      <p:sp>
        <p:nvSpPr>
          <p:cNvPr id="295" name="fw13-map-math">
            <a:extLst>
              <a:ext uri="{FF2B5EF4-FFF2-40B4-BE49-F238E27FC236}">
                <a16:creationId xmlns:a16="http://schemas.microsoft.com/office/drawing/2014/main" id="{B6DFFE68-9CCF-4847-8767-504C99B2C0CD}"/>
              </a:ext>
            </a:extLst>
          </p:cNvPr>
          <p:cNvSpPr>
            <a:spLocks noGrp="1"/>
          </p:cNvSpPr>
          <p:nvPr/>
        </p:nvSpPr>
        <p:spPr>
          <a:xfrm>
            <a:off x="4572000" y="11753850"/>
            <a:ext cx="828675" cy="1114425"/>
          </a:xfrm>
          <a:prstGeom prst="roundRect">
            <a:avLst>
              <a:gd name="adj" fmla="val 13793"/>
            </a:avLst>
          </a:prstGeom>
          <a:solidFill>
            <a:srgbClr val="FFFBED"/>
          </a:solidFill>
          <a:ln w="21908">
            <a:solidFill>
              <a:srgbClr val="30334F"/>
            </a:solidFill>
          </a:ln>
        </p:spPr>
      </p:sp>
      <p:sp>
        <p:nvSpPr>
          <p:cNvPr id="296" name="fw13-map-math-label">
            <a:extLst>
              <a:ext uri="{FF2B5EF4-FFF2-40B4-BE49-F238E27FC236}">
                <a16:creationId xmlns:a16="http://schemas.microsoft.com/office/drawing/2014/main" id="{FCCDC0E6-08E7-48A8-ADF8-5A26A27A1B63}"/>
              </a:ext>
            </a:extLst>
          </p:cNvPr>
          <p:cNvSpPr>
            <a:spLocks noGrp="1"/>
          </p:cNvSpPr>
          <p:nvPr/>
        </p:nvSpPr>
        <p:spPr>
          <a:xfrm>
            <a:off x="4619625" y="11830050"/>
            <a:ext cx="733425" cy="5349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f(x)</a:t>
            </a:r>
          </a:p>
        </p:txBody>
      </p:sp>
      <p:cxnSp>
        <p:nvCxnSpPr>
          <p:cNvPr id="297" name="fw13-map-math-rule-0">
            <a:extLst>
              <a:ext uri="{FF2B5EF4-FFF2-40B4-BE49-F238E27FC236}">
                <a16:creationId xmlns:a16="http://schemas.microsoft.com/office/drawing/2014/main" id="{15E3FB4D-DE8A-4D16-B08F-11550807CB67}"/>
              </a:ext>
            </a:extLst>
          </p:cNvPr>
          <p:cNvCxnSpPr/>
          <p:nvPr/>
        </p:nvCxnSpPr>
        <p:spPr>
          <a:xfrm>
            <a:off x="4737735" y="12533948"/>
            <a:ext cx="49720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298" name="fw13-map-math-rule-1">
            <a:extLst>
              <a:ext uri="{FF2B5EF4-FFF2-40B4-BE49-F238E27FC236}">
                <a16:creationId xmlns:a16="http://schemas.microsoft.com/office/drawing/2014/main" id="{7596D906-5753-40D7-8865-C08AC976289D}"/>
              </a:ext>
            </a:extLst>
          </p:cNvPr>
          <p:cNvCxnSpPr/>
          <p:nvPr/>
        </p:nvCxnSpPr>
        <p:spPr>
          <a:xfrm>
            <a:off x="4737735" y="12648248"/>
            <a:ext cx="372904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299" name="fw13-map-code">
            <a:extLst>
              <a:ext uri="{FF2B5EF4-FFF2-40B4-BE49-F238E27FC236}">
                <a16:creationId xmlns:a16="http://schemas.microsoft.com/office/drawing/2014/main" id="{EF80F0C7-39B7-4CBD-AE93-28C4687C8286}"/>
              </a:ext>
            </a:extLst>
          </p:cNvPr>
          <p:cNvSpPr>
            <a:spLocks noGrp="1"/>
          </p:cNvSpPr>
          <p:nvPr/>
        </p:nvSpPr>
        <p:spPr>
          <a:xfrm>
            <a:off x="6019800" y="11753850"/>
            <a:ext cx="828675" cy="1114425"/>
          </a:xfrm>
          <a:prstGeom prst="roundRect">
            <a:avLst>
              <a:gd name="adj" fmla="val 13793"/>
            </a:avLst>
          </a:prstGeom>
          <a:solidFill>
            <a:srgbClr val="F4F8FC"/>
          </a:solidFill>
          <a:ln w="21908">
            <a:solidFill>
              <a:srgbClr val="30334F"/>
            </a:solidFill>
          </a:ln>
        </p:spPr>
      </p:sp>
      <p:sp>
        <p:nvSpPr>
          <p:cNvPr id="300" name="fw13-map-code-label">
            <a:extLst>
              <a:ext uri="{FF2B5EF4-FFF2-40B4-BE49-F238E27FC236}">
                <a16:creationId xmlns:a16="http://schemas.microsoft.com/office/drawing/2014/main" id="{322A88BD-AC88-4DA5-A7A6-846E7FFC02A6}"/>
              </a:ext>
            </a:extLst>
          </p:cNvPr>
          <p:cNvSpPr>
            <a:spLocks noGrp="1"/>
          </p:cNvSpPr>
          <p:nvPr/>
        </p:nvSpPr>
        <p:spPr>
          <a:xfrm>
            <a:off x="6067425" y="11830050"/>
            <a:ext cx="733425" cy="5349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&lt;/&gt;</a:t>
            </a:r>
          </a:p>
        </p:txBody>
      </p:sp>
      <p:cxnSp>
        <p:nvCxnSpPr>
          <p:cNvPr id="301" name="fw13-map-code-rule-0">
            <a:extLst>
              <a:ext uri="{FF2B5EF4-FFF2-40B4-BE49-F238E27FC236}">
                <a16:creationId xmlns:a16="http://schemas.microsoft.com/office/drawing/2014/main" id="{3AC01434-0DE4-454E-A957-3BD03C3706D0}"/>
              </a:ext>
            </a:extLst>
          </p:cNvPr>
          <p:cNvCxnSpPr/>
          <p:nvPr/>
        </p:nvCxnSpPr>
        <p:spPr>
          <a:xfrm>
            <a:off x="6185535" y="12533948"/>
            <a:ext cx="49720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02" name="fw13-map-code-rule-1">
            <a:extLst>
              <a:ext uri="{FF2B5EF4-FFF2-40B4-BE49-F238E27FC236}">
                <a16:creationId xmlns:a16="http://schemas.microsoft.com/office/drawing/2014/main" id="{4AF64CDA-8A65-4ACC-9655-62B1447860C5}"/>
              </a:ext>
            </a:extLst>
          </p:cNvPr>
          <p:cNvCxnSpPr/>
          <p:nvPr/>
        </p:nvCxnSpPr>
        <p:spPr>
          <a:xfrm>
            <a:off x="6185535" y="12648248"/>
            <a:ext cx="372904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03" name="fw13-map-forward">
            <a:extLst>
              <a:ext uri="{FF2B5EF4-FFF2-40B4-BE49-F238E27FC236}">
                <a16:creationId xmlns:a16="http://schemas.microsoft.com/office/drawing/2014/main" id="{317F3F6C-9B68-48DB-99B5-5461E3E9BE90}"/>
              </a:ext>
            </a:extLst>
          </p:cNvPr>
          <p:cNvCxnSpPr/>
          <p:nvPr/>
        </p:nvCxnSpPr>
        <p:spPr>
          <a:xfrm>
            <a:off x="5505450" y="12163425"/>
            <a:ext cx="419100" cy="0"/>
          </a:xfrm>
          <a:prstGeom prst="straightConnector1">
            <a:avLst/>
          </a:prstGeom>
          <a:ln w="21908">
            <a:solidFill>
              <a:srgbClr val="30334F"/>
            </a:solidFill>
            <a:tailEnd type="triangle" w="med" len="med"/>
          </a:ln>
        </p:spPr>
      </p:cxnSp>
      <p:cxnSp>
        <p:nvCxnSpPr>
          <p:cNvPr id="304" name="fw13-map-backward">
            <a:extLst>
              <a:ext uri="{FF2B5EF4-FFF2-40B4-BE49-F238E27FC236}">
                <a16:creationId xmlns:a16="http://schemas.microsoft.com/office/drawing/2014/main" id="{6A780D1F-29B2-44EF-90E6-2C844594A607}"/>
              </a:ext>
            </a:extLst>
          </p:cNvPr>
          <p:cNvCxnSpPr/>
          <p:nvPr/>
        </p:nvCxnSpPr>
        <p:spPr>
          <a:xfrm flipH="1">
            <a:off x="5505450" y="12449175"/>
            <a:ext cx="419100" cy="0"/>
          </a:xfrm>
          <a:prstGeom prst="straightConnector1">
            <a:avLst/>
          </a:prstGeom>
          <a:ln w="21908">
            <a:solidFill>
              <a:srgbClr val="30334F"/>
            </a:solidFill>
            <a:tailEnd type="triangle" w="med" len="med"/>
          </a:ln>
        </p:spPr>
      </p:cxnSp>
      <p:sp>
        <p:nvSpPr>
          <p:cNvPr id="305" name="fw13-activation-card-0-active">
            <a:extLst>
              <a:ext uri="{FF2B5EF4-FFF2-40B4-BE49-F238E27FC236}">
                <a16:creationId xmlns:a16="http://schemas.microsoft.com/office/drawing/2014/main" id="{A8DA657D-734B-49AA-B4E0-90EC7ED51D7E}"/>
              </a:ext>
            </a:extLst>
          </p:cNvPr>
          <p:cNvSpPr>
            <a:spLocks noGrp="1"/>
          </p:cNvSpPr>
          <p:nvPr/>
        </p:nvSpPr>
        <p:spPr>
          <a:xfrm>
            <a:off x="8172450" y="1166812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B8CEA6"/>
          </a:solidFill>
          <a:ln w="24765">
            <a:solidFill>
              <a:srgbClr val="30334F"/>
            </a:solidFill>
          </a:ln>
        </p:spPr>
      </p:sp>
      <p:cxnSp>
        <p:nvCxnSpPr>
          <p:cNvPr id="306" name="fw13-activation-check-0-a">
            <a:extLst>
              <a:ext uri="{FF2B5EF4-FFF2-40B4-BE49-F238E27FC236}">
                <a16:creationId xmlns:a16="http://schemas.microsoft.com/office/drawing/2014/main" id="{18BBED94-28B0-4478-ABF9-38543B6AC991}"/>
              </a:ext>
            </a:extLst>
          </p:cNvPr>
          <p:cNvCxnSpPr/>
          <p:nvPr/>
        </p:nvCxnSpPr>
        <p:spPr>
          <a:xfrm>
            <a:off x="8286750" y="11824335"/>
            <a:ext cx="60960" cy="6096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07" name="fw13-activation-check-0-b">
            <a:extLst>
              <a:ext uri="{FF2B5EF4-FFF2-40B4-BE49-F238E27FC236}">
                <a16:creationId xmlns:a16="http://schemas.microsoft.com/office/drawing/2014/main" id="{8F40C317-BFA0-475D-93C6-6BC789FB1FDB}"/>
              </a:ext>
            </a:extLst>
          </p:cNvPr>
          <p:cNvCxnSpPr/>
          <p:nvPr/>
        </p:nvCxnSpPr>
        <p:spPr>
          <a:xfrm flipV="1">
            <a:off x="8347710" y="11740515"/>
            <a:ext cx="121920" cy="14478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sp>
        <p:nvSpPr>
          <p:cNvPr id="308" name="fw13-activation-card-1-unloaded">
            <a:extLst>
              <a:ext uri="{FF2B5EF4-FFF2-40B4-BE49-F238E27FC236}">
                <a16:creationId xmlns:a16="http://schemas.microsoft.com/office/drawing/2014/main" id="{0DB4648F-83AD-41DF-8FAA-4D696033683B}"/>
              </a:ext>
            </a:extLst>
          </p:cNvPr>
          <p:cNvSpPr>
            <a:spLocks noGrp="1"/>
          </p:cNvSpPr>
          <p:nvPr/>
        </p:nvSpPr>
        <p:spPr>
          <a:xfrm>
            <a:off x="8763000" y="1166812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09" name="fw13-activation-grey-1">
            <a:extLst>
              <a:ext uri="{FF2B5EF4-FFF2-40B4-BE49-F238E27FC236}">
                <a16:creationId xmlns:a16="http://schemas.microsoft.com/office/drawing/2014/main" id="{0FEA6CA1-3A51-4540-BFA9-33E47DDF066C}"/>
              </a:ext>
            </a:extLst>
          </p:cNvPr>
          <p:cNvCxnSpPr/>
          <p:nvPr/>
        </p:nvCxnSpPr>
        <p:spPr>
          <a:xfrm>
            <a:off x="8877300" y="11811000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10" name="fw13-activation-grey2-1">
            <a:extLst>
              <a:ext uri="{FF2B5EF4-FFF2-40B4-BE49-F238E27FC236}">
                <a16:creationId xmlns:a16="http://schemas.microsoft.com/office/drawing/2014/main" id="{7E98052B-2F1E-488D-BE1B-6348FED2A754}"/>
              </a:ext>
            </a:extLst>
          </p:cNvPr>
          <p:cNvCxnSpPr/>
          <p:nvPr/>
        </p:nvCxnSpPr>
        <p:spPr>
          <a:xfrm>
            <a:off x="8877300" y="11896725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11" name="fw13-activation-card-2-unloaded">
            <a:extLst>
              <a:ext uri="{FF2B5EF4-FFF2-40B4-BE49-F238E27FC236}">
                <a16:creationId xmlns:a16="http://schemas.microsoft.com/office/drawing/2014/main" id="{0EEEB828-23EB-4C4A-B166-7724DB67BBF4}"/>
              </a:ext>
            </a:extLst>
          </p:cNvPr>
          <p:cNvSpPr>
            <a:spLocks noGrp="1"/>
          </p:cNvSpPr>
          <p:nvPr/>
        </p:nvSpPr>
        <p:spPr>
          <a:xfrm>
            <a:off x="9353550" y="1166812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12" name="fw13-activation-grey-2">
            <a:extLst>
              <a:ext uri="{FF2B5EF4-FFF2-40B4-BE49-F238E27FC236}">
                <a16:creationId xmlns:a16="http://schemas.microsoft.com/office/drawing/2014/main" id="{13CF4199-6F73-415A-AD64-5B3D5D999413}"/>
              </a:ext>
            </a:extLst>
          </p:cNvPr>
          <p:cNvCxnSpPr/>
          <p:nvPr/>
        </p:nvCxnSpPr>
        <p:spPr>
          <a:xfrm>
            <a:off x="9467850" y="11811000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13" name="fw13-activation-grey2-2">
            <a:extLst>
              <a:ext uri="{FF2B5EF4-FFF2-40B4-BE49-F238E27FC236}">
                <a16:creationId xmlns:a16="http://schemas.microsoft.com/office/drawing/2014/main" id="{7115014A-D7B5-4AB9-B3E0-70C3FB420573}"/>
              </a:ext>
            </a:extLst>
          </p:cNvPr>
          <p:cNvCxnSpPr/>
          <p:nvPr/>
        </p:nvCxnSpPr>
        <p:spPr>
          <a:xfrm>
            <a:off x="9467850" y="11896725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14" name="fw13-activation-card-3-unloaded">
            <a:extLst>
              <a:ext uri="{FF2B5EF4-FFF2-40B4-BE49-F238E27FC236}">
                <a16:creationId xmlns:a16="http://schemas.microsoft.com/office/drawing/2014/main" id="{4D172199-9C9D-4012-821B-BA21F1156466}"/>
              </a:ext>
            </a:extLst>
          </p:cNvPr>
          <p:cNvSpPr>
            <a:spLocks noGrp="1"/>
          </p:cNvSpPr>
          <p:nvPr/>
        </p:nvSpPr>
        <p:spPr>
          <a:xfrm>
            <a:off x="8172450" y="12115800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15" name="fw13-activation-grey-3">
            <a:extLst>
              <a:ext uri="{FF2B5EF4-FFF2-40B4-BE49-F238E27FC236}">
                <a16:creationId xmlns:a16="http://schemas.microsoft.com/office/drawing/2014/main" id="{A71FE9AE-A7F5-4263-B003-EAE079819A7E}"/>
              </a:ext>
            </a:extLst>
          </p:cNvPr>
          <p:cNvCxnSpPr/>
          <p:nvPr/>
        </p:nvCxnSpPr>
        <p:spPr>
          <a:xfrm>
            <a:off x="8286750" y="12258675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16" name="fw13-activation-grey2-3">
            <a:extLst>
              <a:ext uri="{FF2B5EF4-FFF2-40B4-BE49-F238E27FC236}">
                <a16:creationId xmlns:a16="http://schemas.microsoft.com/office/drawing/2014/main" id="{315F0E7F-3B74-4481-B62C-A39850ED0305}"/>
              </a:ext>
            </a:extLst>
          </p:cNvPr>
          <p:cNvCxnSpPr/>
          <p:nvPr/>
        </p:nvCxnSpPr>
        <p:spPr>
          <a:xfrm>
            <a:off x="8286750" y="12344400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17" name="fw13-activation-card-4-active">
            <a:extLst>
              <a:ext uri="{FF2B5EF4-FFF2-40B4-BE49-F238E27FC236}">
                <a16:creationId xmlns:a16="http://schemas.microsoft.com/office/drawing/2014/main" id="{93F4C82C-2128-4DBB-A5EE-F5638DC751B0}"/>
              </a:ext>
            </a:extLst>
          </p:cNvPr>
          <p:cNvSpPr>
            <a:spLocks noGrp="1"/>
          </p:cNvSpPr>
          <p:nvPr/>
        </p:nvSpPr>
        <p:spPr>
          <a:xfrm>
            <a:off x="8763000" y="12115800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B8CEA6"/>
          </a:solidFill>
          <a:ln w="24765">
            <a:solidFill>
              <a:srgbClr val="30334F"/>
            </a:solidFill>
          </a:ln>
        </p:spPr>
      </p:sp>
      <p:cxnSp>
        <p:nvCxnSpPr>
          <p:cNvPr id="318" name="fw13-activation-check-4-a">
            <a:extLst>
              <a:ext uri="{FF2B5EF4-FFF2-40B4-BE49-F238E27FC236}">
                <a16:creationId xmlns:a16="http://schemas.microsoft.com/office/drawing/2014/main" id="{B3E4C2A5-F5EA-45F5-9148-3254F3ABF320}"/>
              </a:ext>
            </a:extLst>
          </p:cNvPr>
          <p:cNvCxnSpPr/>
          <p:nvPr/>
        </p:nvCxnSpPr>
        <p:spPr>
          <a:xfrm>
            <a:off x="8877300" y="12272010"/>
            <a:ext cx="60960" cy="6096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19" name="fw13-activation-check-4-b">
            <a:extLst>
              <a:ext uri="{FF2B5EF4-FFF2-40B4-BE49-F238E27FC236}">
                <a16:creationId xmlns:a16="http://schemas.microsoft.com/office/drawing/2014/main" id="{C290CCC2-51EC-4DC6-8AA6-B15232A9871F}"/>
              </a:ext>
            </a:extLst>
          </p:cNvPr>
          <p:cNvCxnSpPr/>
          <p:nvPr/>
        </p:nvCxnSpPr>
        <p:spPr>
          <a:xfrm flipV="1">
            <a:off x="8938260" y="12188190"/>
            <a:ext cx="121920" cy="14478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sp>
        <p:nvSpPr>
          <p:cNvPr id="320" name="fw13-activation-card-5-active">
            <a:extLst>
              <a:ext uri="{FF2B5EF4-FFF2-40B4-BE49-F238E27FC236}">
                <a16:creationId xmlns:a16="http://schemas.microsoft.com/office/drawing/2014/main" id="{3D5DD8F7-F583-4B4C-8097-AD513AF67FCC}"/>
              </a:ext>
            </a:extLst>
          </p:cNvPr>
          <p:cNvSpPr>
            <a:spLocks noGrp="1"/>
          </p:cNvSpPr>
          <p:nvPr/>
        </p:nvSpPr>
        <p:spPr>
          <a:xfrm>
            <a:off x="9353550" y="12115800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B8CEA6"/>
          </a:solidFill>
          <a:ln w="24765">
            <a:solidFill>
              <a:srgbClr val="30334F"/>
            </a:solidFill>
          </a:ln>
        </p:spPr>
      </p:sp>
      <p:cxnSp>
        <p:nvCxnSpPr>
          <p:cNvPr id="321" name="fw13-activation-check-5-a">
            <a:extLst>
              <a:ext uri="{FF2B5EF4-FFF2-40B4-BE49-F238E27FC236}">
                <a16:creationId xmlns:a16="http://schemas.microsoft.com/office/drawing/2014/main" id="{6D80DF03-EBA5-4346-B083-3BF0E810D9F0}"/>
              </a:ext>
            </a:extLst>
          </p:cNvPr>
          <p:cNvCxnSpPr/>
          <p:nvPr/>
        </p:nvCxnSpPr>
        <p:spPr>
          <a:xfrm>
            <a:off x="9467850" y="12272010"/>
            <a:ext cx="60960" cy="6096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22" name="fw13-activation-check-5-b">
            <a:extLst>
              <a:ext uri="{FF2B5EF4-FFF2-40B4-BE49-F238E27FC236}">
                <a16:creationId xmlns:a16="http://schemas.microsoft.com/office/drawing/2014/main" id="{B0B209A2-19BE-43AB-9314-D608CA572F94}"/>
              </a:ext>
            </a:extLst>
          </p:cNvPr>
          <p:cNvCxnSpPr/>
          <p:nvPr/>
        </p:nvCxnSpPr>
        <p:spPr>
          <a:xfrm flipV="1">
            <a:off x="9528810" y="12188190"/>
            <a:ext cx="121920" cy="14478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sp>
        <p:nvSpPr>
          <p:cNvPr id="323" name="fw13-activation-card-6-unloaded">
            <a:extLst>
              <a:ext uri="{FF2B5EF4-FFF2-40B4-BE49-F238E27FC236}">
                <a16:creationId xmlns:a16="http://schemas.microsoft.com/office/drawing/2014/main" id="{FCC184DF-C92F-4C00-A591-02B56264D101}"/>
              </a:ext>
            </a:extLst>
          </p:cNvPr>
          <p:cNvSpPr>
            <a:spLocks noGrp="1"/>
          </p:cNvSpPr>
          <p:nvPr/>
        </p:nvSpPr>
        <p:spPr>
          <a:xfrm>
            <a:off x="8172450" y="1256347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24" name="fw13-activation-grey-6">
            <a:extLst>
              <a:ext uri="{FF2B5EF4-FFF2-40B4-BE49-F238E27FC236}">
                <a16:creationId xmlns:a16="http://schemas.microsoft.com/office/drawing/2014/main" id="{E3C2ACE2-85B7-46A8-9E2C-8CA0292D32FC}"/>
              </a:ext>
            </a:extLst>
          </p:cNvPr>
          <p:cNvCxnSpPr/>
          <p:nvPr/>
        </p:nvCxnSpPr>
        <p:spPr>
          <a:xfrm>
            <a:off x="8286750" y="12706350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25" name="fw13-activation-grey2-6">
            <a:extLst>
              <a:ext uri="{FF2B5EF4-FFF2-40B4-BE49-F238E27FC236}">
                <a16:creationId xmlns:a16="http://schemas.microsoft.com/office/drawing/2014/main" id="{8E64E1CE-D235-4BDB-A2D0-7CE085F8E5DD}"/>
              </a:ext>
            </a:extLst>
          </p:cNvPr>
          <p:cNvCxnSpPr/>
          <p:nvPr/>
        </p:nvCxnSpPr>
        <p:spPr>
          <a:xfrm>
            <a:off x="8286750" y="12792075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26" name="fw13-activation-card-7-unloaded">
            <a:extLst>
              <a:ext uri="{FF2B5EF4-FFF2-40B4-BE49-F238E27FC236}">
                <a16:creationId xmlns:a16="http://schemas.microsoft.com/office/drawing/2014/main" id="{92858B37-16A9-4BCF-96DC-8B8506542671}"/>
              </a:ext>
            </a:extLst>
          </p:cNvPr>
          <p:cNvSpPr>
            <a:spLocks noGrp="1"/>
          </p:cNvSpPr>
          <p:nvPr/>
        </p:nvSpPr>
        <p:spPr>
          <a:xfrm>
            <a:off x="8763000" y="1256347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27" name="fw13-activation-grey-7">
            <a:extLst>
              <a:ext uri="{FF2B5EF4-FFF2-40B4-BE49-F238E27FC236}">
                <a16:creationId xmlns:a16="http://schemas.microsoft.com/office/drawing/2014/main" id="{57507130-BCA3-49C6-8D73-15499C908D4D}"/>
              </a:ext>
            </a:extLst>
          </p:cNvPr>
          <p:cNvCxnSpPr/>
          <p:nvPr/>
        </p:nvCxnSpPr>
        <p:spPr>
          <a:xfrm>
            <a:off x="8877300" y="12706350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28" name="fw13-activation-grey2-7">
            <a:extLst>
              <a:ext uri="{FF2B5EF4-FFF2-40B4-BE49-F238E27FC236}">
                <a16:creationId xmlns:a16="http://schemas.microsoft.com/office/drawing/2014/main" id="{3A4DD1BB-FB1F-4985-9E38-340F84FBE1F1}"/>
              </a:ext>
            </a:extLst>
          </p:cNvPr>
          <p:cNvCxnSpPr/>
          <p:nvPr/>
        </p:nvCxnSpPr>
        <p:spPr>
          <a:xfrm>
            <a:off x="8877300" y="12792075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29" name="fw13-activation-card-8-unloaded">
            <a:extLst>
              <a:ext uri="{FF2B5EF4-FFF2-40B4-BE49-F238E27FC236}">
                <a16:creationId xmlns:a16="http://schemas.microsoft.com/office/drawing/2014/main" id="{97E3010C-6E80-4056-BE23-68F153A24ED6}"/>
              </a:ext>
            </a:extLst>
          </p:cNvPr>
          <p:cNvSpPr>
            <a:spLocks noGrp="1"/>
          </p:cNvSpPr>
          <p:nvPr/>
        </p:nvSpPr>
        <p:spPr>
          <a:xfrm>
            <a:off x="9353550" y="12563475"/>
            <a:ext cx="466725" cy="371475"/>
          </a:xfrm>
          <a:prstGeom prst="roundRect">
            <a:avLst>
              <a:gd name="adj" fmla="val 30769"/>
            </a:avLst>
          </a:prstGeom>
          <a:solidFill>
            <a:srgbClr val="F2F2F5"/>
          </a:solidFill>
          <a:ln w="15240">
            <a:solidFill>
              <a:srgbClr val="AEB4C2"/>
            </a:solidFill>
          </a:ln>
        </p:spPr>
      </p:sp>
      <p:cxnSp>
        <p:nvCxnSpPr>
          <p:cNvPr id="330" name="fw13-activation-grey-8">
            <a:extLst>
              <a:ext uri="{FF2B5EF4-FFF2-40B4-BE49-F238E27FC236}">
                <a16:creationId xmlns:a16="http://schemas.microsoft.com/office/drawing/2014/main" id="{75ED560F-5C74-491D-A253-39947EE5DC60}"/>
              </a:ext>
            </a:extLst>
          </p:cNvPr>
          <p:cNvCxnSpPr/>
          <p:nvPr/>
        </p:nvCxnSpPr>
        <p:spPr>
          <a:xfrm>
            <a:off x="9467850" y="12706350"/>
            <a:ext cx="21907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cxnSp>
        <p:nvCxnSpPr>
          <p:cNvPr id="331" name="fw13-activation-grey2-8">
            <a:extLst>
              <a:ext uri="{FF2B5EF4-FFF2-40B4-BE49-F238E27FC236}">
                <a16:creationId xmlns:a16="http://schemas.microsoft.com/office/drawing/2014/main" id="{754B5AD0-FBEC-4A2E-BB7D-9DAEFD79A4E9}"/>
              </a:ext>
            </a:extLst>
          </p:cNvPr>
          <p:cNvCxnSpPr/>
          <p:nvPr/>
        </p:nvCxnSpPr>
        <p:spPr>
          <a:xfrm>
            <a:off x="9467850" y="12792075"/>
            <a:ext cx="161925" cy="0"/>
          </a:xfrm>
          <a:prstGeom prst="straightConnector1">
            <a:avLst/>
          </a:prstGeom>
          <a:ln w="19050">
            <a:solidFill>
              <a:srgbClr val="9DA6B5"/>
            </a:solidFill>
          </a:ln>
        </p:spPr>
      </p:cxnSp>
      <p:sp>
        <p:nvSpPr>
          <p:cNvPr id="340" name="fw13-core-label">
            <a:extLst>
              <a:ext uri="{FF2B5EF4-FFF2-40B4-BE49-F238E27FC236}">
                <a16:creationId xmlns:a16="http://schemas.microsoft.com/office/drawing/2014/main" id="{CA531D8F-F284-4D0B-88E8-DA838DD8A748}"/>
              </a:ext>
            </a:extLst>
          </p:cNvPr>
          <p:cNvSpPr>
            <a:spLocks noGrp="1"/>
          </p:cNvSpPr>
          <p:nvPr/>
        </p:nvSpPr>
        <p:spPr>
          <a:xfrm>
            <a:off x="11096625" y="12753975"/>
            <a:ext cx="904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341" name="fw13-core-plus">
            <a:extLst>
              <a:ext uri="{FF2B5EF4-FFF2-40B4-BE49-F238E27FC236}">
                <a16:creationId xmlns:a16="http://schemas.microsoft.com/office/drawing/2014/main" id="{6FF1E7DE-AE3C-4362-950A-76E0298B892C}"/>
              </a:ext>
            </a:extLst>
          </p:cNvPr>
          <p:cNvSpPr>
            <a:spLocks noGrp="1"/>
          </p:cNvSpPr>
          <p:nvPr/>
        </p:nvSpPr>
        <p:spPr>
          <a:xfrm>
            <a:off x="11982450" y="12115800"/>
            <a:ext cx="381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342" name="fw13-project-graph">
            <a:extLst>
              <a:ext uri="{FF2B5EF4-FFF2-40B4-BE49-F238E27FC236}">
                <a16:creationId xmlns:a16="http://schemas.microsoft.com/office/drawing/2014/main" id="{9A4AA584-3ECD-4529-A371-6EF146F15144}"/>
              </a:ext>
            </a:extLst>
          </p:cNvPr>
          <p:cNvSpPr>
            <a:spLocks noGrp="1"/>
          </p:cNvSpPr>
          <p:nvPr/>
        </p:nvSpPr>
        <p:spPr>
          <a:xfrm>
            <a:off x="12439650" y="11744325"/>
            <a:ext cx="1038225" cy="1200150"/>
          </a:xfrm>
          <a:prstGeom prst="roundRect">
            <a:avLst>
              <a:gd name="adj" fmla="val 11009"/>
            </a:avLst>
          </a:prstGeom>
          <a:solidFill>
            <a:srgbClr val="F7F5FB"/>
          </a:solidFill>
          <a:ln w="21908">
            <a:solidFill>
              <a:srgbClr val="30334F"/>
            </a:solidFill>
          </a:ln>
        </p:spPr>
      </p:sp>
      <p:sp>
        <p:nvSpPr>
          <p:cNvPr id="343" name="fw13-project-equation">
            <a:extLst>
              <a:ext uri="{FF2B5EF4-FFF2-40B4-BE49-F238E27FC236}">
                <a16:creationId xmlns:a16="http://schemas.microsoft.com/office/drawing/2014/main" id="{185361B1-61B5-4245-8628-F10B2BB60EB9}"/>
              </a:ext>
            </a:extLst>
          </p:cNvPr>
          <p:cNvSpPr>
            <a:spLocks noGrp="1"/>
          </p:cNvSpPr>
          <p:nvPr/>
        </p:nvSpPr>
        <p:spPr>
          <a:xfrm>
            <a:off x="12468225" y="11830050"/>
            <a:ext cx="981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g(x) ≤ 0</a:t>
            </a:r>
          </a:p>
        </p:txBody>
      </p:sp>
      <p:cxnSp>
        <p:nvCxnSpPr>
          <p:cNvPr id="344" name="fw13-project-edge-01">
            <a:extLst>
              <a:ext uri="{FF2B5EF4-FFF2-40B4-BE49-F238E27FC236}">
                <a16:creationId xmlns:a16="http://schemas.microsoft.com/office/drawing/2014/main" id="{867EB928-6744-4616-B138-05A1207F1648}"/>
              </a:ext>
            </a:extLst>
          </p:cNvPr>
          <p:cNvCxnSpPr/>
          <p:nvPr/>
        </p:nvCxnSpPr>
        <p:spPr>
          <a:xfrm flipV="1">
            <a:off x="12573000" y="12277725"/>
            <a:ext cx="368808" cy="29337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45" name="fw13-project-edge-12">
            <a:extLst>
              <a:ext uri="{FF2B5EF4-FFF2-40B4-BE49-F238E27FC236}">
                <a16:creationId xmlns:a16="http://schemas.microsoft.com/office/drawing/2014/main" id="{C78241C6-18BE-4305-A4F5-4CD6F378E38E}"/>
              </a:ext>
            </a:extLst>
          </p:cNvPr>
          <p:cNvCxnSpPr/>
          <p:nvPr/>
        </p:nvCxnSpPr>
        <p:spPr>
          <a:xfrm>
            <a:off x="12941808" y="12277725"/>
            <a:ext cx="326898" cy="35204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46" name="fw13-project-edge-23">
            <a:extLst>
              <a:ext uri="{FF2B5EF4-FFF2-40B4-BE49-F238E27FC236}">
                <a16:creationId xmlns:a16="http://schemas.microsoft.com/office/drawing/2014/main" id="{917BDB4E-400F-4731-92B4-315903AE546B}"/>
              </a:ext>
            </a:extLst>
          </p:cNvPr>
          <p:cNvCxnSpPr/>
          <p:nvPr/>
        </p:nvCxnSpPr>
        <p:spPr>
          <a:xfrm flipH="1">
            <a:off x="12933426" y="12629769"/>
            <a:ext cx="335280" cy="234696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47" name="fw13-project-edge-30">
            <a:extLst>
              <a:ext uri="{FF2B5EF4-FFF2-40B4-BE49-F238E27FC236}">
                <a16:creationId xmlns:a16="http://schemas.microsoft.com/office/drawing/2014/main" id="{A350F57F-F5E2-4BB1-8034-7957321CFBFF}"/>
              </a:ext>
            </a:extLst>
          </p:cNvPr>
          <p:cNvCxnSpPr/>
          <p:nvPr/>
        </p:nvCxnSpPr>
        <p:spPr>
          <a:xfrm flipH="1" flipV="1">
            <a:off x="12573000" y="12571095"/>
            <a:ext cx="360426" cy="29337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48" name="fw13-project-edge-13">
            <a:extLst>
              <a:ext uri="{FF2B5EF4-FFF2-40B4-BE49-F238E27FC236}">
                <a16:creationId xmlns:a16="http://schemas.microsoft.com/office/drawing/2014/main" id="{B71F8B61-332F-4C72-9030-43075D758F84}"/>
              </a:ext>
            </a:extLst>
          </p:cNvPr>
          <p:cNvCxnSpPr/>
          <p:nvPr/>
        </p:nvCxnSpPr>
        <p:spPr>
          <a:xfrm flipH="1">
            <a:off x="12933426" y="12277725"/>
            <a:ext cx="8382" cy="58674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sp>
        <p:nvSpPr>
          <p:cNvPr id="349" name="fw13-project-node-0">
            <a:extLst>
              <a:ext uri="{FF2B5EF4-FFF2-40B4-BE49-F238E27FC236}">
                <a16:creationId xmlns:a16="http://schemas.microsoft.com/office/drawing/2014/main" id="{8121310E-50B7-4FB0-BF57-EC4EB8FFA173}"/>
              </a:ext>
            </a:extLst>
          </p:cNvPr>
          <p:cNvSpPr>
            <a:spLocks noGrp="1"/>
          </p:cNvSpPr>
          <p:nvPr/>
        </p:nvSpPr>
        <p:spPr>
          <a:xfrm>
            <a:off x="12515850" y="12513945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50" name="fw13-project-node-1">
            <a:extLst>
              <a:ext uri="{FF2B5EF4-FFF2-40B4-BE49-F238E27FC236}">
                <a16:creationId xmlns:a16="http://schemas.microsoft.com/office/drawing/2014/main" id="{D0F2986F-AB2B-43A9-AED1-FC9AFEC28F33}"/>
              </a:ext>
            </a:extLst>
          </p:cNvPr>
          <p:cNvSpPr>
            <a:spLocks noGrp="1"/>
          </p:cNvSpPr>
          <p:nvPr/>
        </p:nvSpPr>
        <p:spPr>
          <a:xfrm>
            <a:off x="12884658" y="12220575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51" name="fw13-project-node-2">
            <a:extLst>
              <a:ext uri="{FF2B5EF4-FFF2-40B4-BE49-F238E27FC236}">
                <a16:creationId xmlns:a16="http://schemas.microsoft.com/office/drawing/2014/main" id="{1EBDFEDB-3478-4F2D-AD02-39B9B2C39DD1}"/>
              </a:ext>
            </a:extLst>
          </p:cNvPr>
          <p:cNvSpPr>
            <a:spLocks noGrp="1"/>
          </p:cNvSpPr>
          <p:nvPr/>
        </p:nvSpPr>
        <p:spPr>
          <a:xfrm>
            <a:off x="13211556" y="12572619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52" name="fw13-project-node-3">
            <a:extLst>
              <a:ext uri="{FF2B5EF4-FFF2-40B4-BE49-F238E27FC236}">
                <a16:creationId xmlns:a16="http://schemas.microsoft.com/office/drawing/2014/main" id="{FBE30A54-8CFE-4779-B56A-780682A815CA}"/>
              </a:ext>
            </a:extLst>
          </p:cNvPr>
          <p:cNvSpPr>
            <a:spLocks noGrp="1"/>
          </p:cNvSpPr>
          <p:nvPr/>
        </p:nvSpPr>
        <p:spPr>
          <a:xfrm>
            <a:off x="12876276" y="12807315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53" name="fw13-calculator">
            <a:extLst>
              <a:ext uri="{FF2B5EF4-FFF2-40B4-BE49-F238E27FC236}">
                <a16:creationId xmlns:a16="http://schemas.microsoft.com/office/drawing/2014/main" id="{9B186579-BDDC-491E-A387-F2DC4E89A633}"/>
              </a:ext>
            </a:extLst>
          </p:cNvPr>
          <p:cNvSpPr>
            <a:spLocks noGrp="1"/>
          </p:cNvSpPr>
          <p:nvPr/>
        </p:nvSpPr>
        <p:spPr>
          <a:xfrm>
            <a:off x="14535150" y="11744325"/>
            <a:ext cx="819150" cy="11620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54" name="fw13-calculator-screen">
            <a:extLst>
              <a:ext uri="{FF2B5EF4-FFF2-40B4-BE49-F238E27FC236}">
                <a16:creationId xmlns:a16="http://schemas.microsoft.com/office/drawing/2014/main" id="{EEFF0D57-829A-4A7F-BFE5-F3A16FCBACD6}"/>
              </a:ext>
            </a:extLst>
          </p:cNvPr>
          <p:cNvSpPr>
            <a:spLocks noGrp="1"/>
          </p:cNvSpPr>
          <p:nvPr/>
        </p:nvSpPr>
        <p:spPr>
          <a:xfrm>
            <a:off x="14639925" y="11868150"/>
            <a:ext cx="609600" cy="257175"/>
          </a:xfrm>
          <a:prstGeom prst="roundRect">
            <a:avLst>
              <a:gd name="adj" fmla="val 44444"/>
            </a:avLst>
          </a:prstGeom>
          <a:solidFill>
            <a:srgbClr val="B8CCDF"/>
          </a:solidFill>
          <a:ln w="21908">
            <a:solidFill>
              <a:srgbClr val="30334F"/>
            </a:solidFill>
          </a:ln>
        </p:spPr>
      </p:sp>
      <p:sp>
        <p:nvSpPr>
          <p:cNvPr id="355" name="fw13-calculator-key-00">
            <a:extLst>
              <a:ext uri="{FF2B5EF4-FFF2-40B4-BE49-F238E27FC236}">
                <a16:creationId xmlns:a16="http://schemas.microsoft.com/office/drawing/2014/main" id="{93BC89FC-EBEA-4413-9224-9E83A7F76FAC}"/>
              </a:ext>
            </a:extLst>
          </p:cNvPr>
          <p:cNvSpPr>
            <a:spLocks noGrp="1"/>
          </p:cNvSpPr>
          <p:nvPr/>
        </p:nvSpPr>
        <p:spPr>
          <a:xfrm>
            <a:off x="14639925" y="12239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56" name="fw13-calculator-key-01">
            <a:extLst>
              <a:ext uri="{FF2B5EF4-FFF2-40B4-BE49-F238E27FC236}">
                <a16:creationId xmlns:a16="http://schemas.microsoft.com/office/drawing/2014/main" id="{9026D395-C46A-4F2F-8BFA-62E89EB0ED1B}"/>
              </a:ext>
            </a:extLst>
          </p:cNvPr>
          <p:cNvSpPr>
            <a:spLocks noGrp="1"/>
          </p:cNvSpPr>
          <p:nvPr/>
        </p:nvSpPr>
        <p:spPr>
          <a:xfrm>
            <a:off x="14859000" y="12239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57" name="fw13-calculator-key-02">
            <a:extLst>
              <a:ext uri="{FF2B5EF4-FFF2-40B4-BE49-F238E27FC236}">
                <a16:creationId xmlns:a16="http://schemas.microsoft.com/office/drawing/2014/main" id="{B4FAADB9-6BC2-42A5-8851-3EDB78377579}"/>
              </a:ext>
            </a:extLst>
          </p:cNvPr>
          <p:cNvSpPr>
            <a:spLocks noGrp="1"/>
          </p:cNvSpPr>
          <p:nvPr/>
        </p:nvSpPr>
        <p:spPr>
          <a:xfrm>
            <a:off x="15078075" y="12239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58" name="fw13-calculator-key-10">
            <a:extLst>
              <a:ext uri="{FF2B5EF4-FFF2-40B4-BE49-F238E27FC236}">
                <a16:creationId xmlns:a16="http://schemas.microsoft.com/office/drawing/2014/main" id="{726A5E54-3BCC-4E34-972D-4BBF49FD8FDF}"/>
              </a:ext>
            </a:extLst>
          </p:cNvPr>
          <p:cNvSpPr>
            <a:spLocks noGrp="1"/>
          </p:cNvSpPr>
          <p:nvPr/>
        </p:nvSpPr>
        <p:spPr>
          <a:xfrm>
            <a:off x="14639925" y="124301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59" name="fw13-calculator-key-11">
            <a:extLst>
              <a:ext uri="{FF2B5EF4-FFF2-40B4-BE49-F238E27FC236}">
                <a16:creationId xmlns:a16="http://schemas.microsoft.com/office/drawing/2014/main" id="{FC2514B5-F650-4B27-A897-E76F64099E88}"/>
              </a:ext>
            </a:extLst>
          </p:cNvPr>
          <p:cNvSpPr>
            <a:spLocks noGrp="1"/>
          </p:cNvSpPr>
          <p:nvPr/>
        </p:nvSpPr>
        <p:spPr>
          <a:xfrm>
            <a:off x="14859000" y="124301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60" name="fw13-calculator-key-12">
            <a:extLst>
              <a:ext uri="{FF2B5EF4-FFF2-40B4-BE49-F238E27FC236}">
                <a16:creationId xmlns:a16="http://schemas.microsoft.com/office/drawing/2014/main" id="{C0F60A43-9748-456A-AC54-734BF7DDEBC3}"/>
              </a:ext>
            </a:extLst>
          </p:cNvPr>
          <p:cNvSpPr>
            <a:spLocks noGrp="1"/>
          </p:cNvSpPr>
          <p:nvPr/>
        </p:nvSpPr>
        <p:spPr>
          <a:xfrm>
            <a:off x="15078075" y="124301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61" name="fw13-calculator-key-20">
            <a:extLst>
              <a:ext uri="{FF2B5EF4-FFF2-40B4-BE49-F238E27FC236}">
                <a16:creationId xmlns:a16="http://schemas.microsoft.com/office/drawing/2014/main" id="{6EA95655-D842-443A-B354-7FAA2B719054}"/>
              </a:ext>
            </a:extLst>
          </p:cNvPr>
          <p:cNvSpPr>
            <a:spLocks noGrp="1"/>
          </p:cNvSpPr>
          <p:nvPr/>
        </p:nvSpPr>
        <p:spPr>
          <a:xfrm>
            <a:off x="14639925" y="12620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62" name="fw13-calculator-key-21">
            <a:extLst>
              <a:ext uri="{FF2B5EF4-FFF2-40B4-BE49-F238E27FC236}">
                <a16:creationId xmlns:a16="http://schemas.microsoft.com/office/drawing/2014/main" id="{A985256A-8604-48E5-86B3-9F63D1317031}"/>
              </a:ext>
            </a:extLst>
          </p:cNvPr>
          <p:cNvSpPr>
            <a:spLocks noGrp="1"/>
          </p:cNvSpPr>
          <p:nvPr/>
        </p:nvSpPr>
        <p:spPr>
          <a:xfrm>
            <a:off x="14859000" y="12620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63" name="fw13-calculator-key-22">
            <a:extLst>
              <a:ext uri="{FF2B5EF4-FFF2-40B4-BE49-F238E27FC236}">
                <a16:creationId xmlns:a16="http://schemas.microsoft.com/office/drawing/2014/main" id="{2EBD0F93-30BA-4E13-828B-9C07536BF1E7}"/>
              </a:ext>
            </a:extLst>
          </p:cNvPr>
          <p:cNvSpPr>
            <a:spLocks noGrp="1"/>
          </p:cNvSpPr>
          <p:nvPr/>
        </p:nvSpPr>
        <p:spPr>
          <a:xfrm>
            <a:off x="15078075" y="12620625"/>
            <a:ext cx="161925" cy="123825"/>
          </a:xfrm>
          <a:prstGeom prst="roundRect">
            <a:avLst>
              <a:gd name="adj" fmla="val 50000"/>
            </a:avLst>
          </a:prstGeom>
          <a:solidFill>
            <a:srgbClr val="B8CEA6"/>
          </a:solidFill>
          <a:ln w="21908">
            <a:solidFill>
              <a:srgbClr val="30334F"/>
            </a:solidFill>
          </a:ln>
        </p:spPr>
      </p:sp>
      <p:sp>
        <p:nvSpPr>
          <p:cNvPr id="364" name="fw13-numeric-sheet">
            <a:extLst>
              <a:ext uri="{FF2B5EF4-FFF2-40B4-BE49-F238E27FC236}">
                <a16:creationId xmlns:a16="http://schemas.microsoft.com/office/drawing/2014/main" id="{EE4AC150-D317-4FD4-8765-A5C699EC2331}"/>
              </a:ext>
            </a:extLst>
          </p:cNvPr>
          <p:cNvSpPr>
            <a:spLocks noGrp="1"/>
          </p:cNvSpPr>
          <p:nvPr/>
        </p:nvSpPr>
        <p:spPr>
          <a:xfrm>
            <a:off x="15621000" y="11687175"/>
            <a:ext cx="1009650" cy="1219200"/>
          </a:xfrm>
          <a:prstGeom prst="roundRect">
            <a:avLst>
              <a:gd name="adj" fmla="val 11321"/>
            </a:avLst>
          </a:prstGeom>
          <a:solidFill>
            <a:srgbClr val="F4F8FC"/>
          </a:solidFill>
          <a:ln w="21908">
            <a:solidFill>
              <a:srgbClr val="30334F"/>
            </a:solidFill>
          </a:ln>
        </p:spPr>
      </p:sp>
      <p:sp>
        <p:nvSpPr>
          <p:cNvPr id="365" name="fw13-numeric-equation">
            <a:extLst>
              <a:ext uri="{FF2B5EF4-FFF2-40B4-BE49-F238E27FC236}">
                <a16:creationId xmlns:a16="http://schemas.microsoft.com/office/drawing/2014/main" id="{690B1320-50EA-4D80-8D0B-21ED0E1D44F3}"/>
              </a:ext>
            </a:extLst>
          </p:cNvPr>
          <p:cNvSpPr>
            <a:spLocks noGrp="1"/>
          </p:cNvSpPr>
          <p:nvPr/>
        </p:nvSpPr>
        <p:spPr>
          <a:xfrm>
            <a:off x="15706725" y="11763375"/>
            <a:ext cx="838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Ax ≤ b</a:t>
            </a:r>
          </a:p>
        </p:txBody>
      </p:sp>
      <p:cxnSp>
        <p:nvCxnSpPr>
          <p:cNvPr id="366" name="fw13-numeric-check-0-a">
            <a:extLst>
              <a:ext uri="{FF2B5EF4-FFF2-40B4-BE49-F238E27FC236}">
                <a16:creationId xmlns:a16="http://schemas.microsoft.com/office/drawing/2014/main" id="{51C89279-22DB-4162-BC5A-89B991549575}"/>
              </a:ext>
            </a:extLst>
          </p:cNvPr>
          <p:cNvCxnSpPr/>
          <p:nvPr/>
        </p:nvCxnSpPr>
        <p:spPr>
          <a:xfrm>
            <a:off x="15744825" y="12201144"/>
            <a:ext cx="47244" cy="4724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67" name="fw13-numeric-check-0-b">
            <a:extLst>
              <a:ext uri="{FF2B5EF4-FFF2-40B4-BE49-F238E27FC236}">
                <a16:creationId xmlns:a16="http://schemas.microsoft.com/office/drawing/2014/main" id="{1B6E328D-F1CD-4A54-B5C8-A2370DF6F800}"/>
              </a:ext>
            </a:extLst>
          </p:cNvPr>
          <p:cNvCxnSpPr/>
          <p:nvPr/>
        </p:nvCxnSpPr>
        <p:spPr>
          <a:xfrm flipV="1">
            <a:off x="15792069" y="12136184"/>
            <a:ext cx="94488" cy="11220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68" name="fw13-numeric-rule-0">
            <a:extLst>
              <a:ext uri="{FF2B5EF4-FFF2-40B4-BE49-F238E27FC236}">
                <a16:creationId xmlns:a16="http://schemas.microsoft.com/office/drawing/2014/main" id="{CC8EDA6F-A610-47B5-B7E3-932C5DCFD75E}"/>
              </a:ext>
            </a:extLst>
          </p:cNvPr>
          <p:cNvCxnSpPr/>
          <p:nvPr/>
        </p:nvCxnSpPr>
        <p:spPr>
          <a:xfrm>
            <a:off x="15982950" y="12230100"/>
            <a:ext cx="523875" cy="0"/>
          </a:xfrm>
          <a:prstGeom prst="straightConnector1">
            <a:avLst/>
          </a:prstGeom>
          <a:ln w="23813">
            <a:solidFill>
              <a:srgbClr val="9DA6B5"/>
            </a:solidFill>
          </a:ln>
        </p:spPr>
      </p:cxnSp>
      <p:cxnSp>
        <p:nvCxnSpPr>
          <p:cNvPr id="369" name="fw13-numeric-check-1-a">
            <a:extLst>
              <a:ext uri="{FF2B5EF4-FFF2-40B4-BE49-F238E27FC236}">
                <a16:creationId xmlns:a16="http://schemas.microsoft.com/office/drawing/2014/main" id="{EC2C470E-5215-436E-A456-06D8C3E6D37A}"/>
              </a:ext>
            </a:extLst>
          </p:cNvPr>
          <p:cNvCxnSpPr/>
          <p:nvPr/>
        </p:nvCxnSpPr>
        <p:spPr>
          <a:xfrm>
            <a:off x="15744825" y="12429744"/>
            <a:ext cx="47244" cy="4724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70" name="fw13-numeric-check-1-b">
            <a:extLst>
              <a:ext uri="{FF2B5EF4-FFF2-40B4-BE49-F238E27FC236}">
                <a16:creationId xmlns:a16="http://schemas.microsoft.com/office/drawing/2014/main" id="{ADBFCB14-851D-4691-AAB6-5F13AC5F12AB}"/>
              </a:ext>
            </a:extLst>
          </p:cNvPr>
          <p:cNvCxnSpPr/>
          <p:nvPr/>
        </p:nvCxnSpPr>
        <p:spPr>
          <a:xfrm flipV="1">
            <a:off x="15792069" y="12364784"/>
            <a:ext cx="94488" cy="11220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71" name="fw13-numeric-rule-1">
            <a:extLst>
              <a:ext uri="{FF2B5EF4-FFF2-40B4-BE49-F238E27FC236}">
                <a16:creationId xmlns:a16="http://schemas.microsoft.com/office/drawing/2014/main" id="{E342D5C5-A05A-4CEA-AEB5-EDFD453151FA}"/>
              </a:ext>
            </a:extLst>
          </p:cNvPr>
          <p:cNvCxnSpPr/>
          <p:nvPr/>
        </p:nvCxnSpPr>
        <p:spPr>
          <a:xfrm>
            <a:off x="15982950" y="12458700"/>
            <a:ext cx="523875" cy="0"/>
          </a:xfrm>
          <a:prstGeom prst="straightConnector1">
            <a:avLst/>
          </a:prstGeom>
          <a:ln w="23813">
            <a:solidFill>
              <a:srgbClr val="9DA6B5"/>
            </a:solidFill>
          </a:ln>
        </p:spPr>
      </p:cxnSp>
      <p:cxnSp>
        <p:nvCxnSpPr>
          <p:cNvPr id="372" name="fw13-numeric-check-2-a">
            <a:extLst>
              <a:ext uri="{FF2B5EF4-FFF2-40B4-BE49-F238E27FC236}">
                <a16:creationId xmlns:a16="http://schemas.microsoft.com/office/drawing/2014/main" id="{0E3BE411-6999-4067-98C2-8E2FF993B485}"/>
              </a:ext>
            </a:extLst>
          </p:cNvPr>
          <p:cNvCxnSpPr/>
          <p:nvPr/>
        </p:nvCxnSpPr>
        <p:spPr>
          <a:xfrm>
            <a:off x="15744825" y="12658344"/>
            <a:ext cx="47244" cy="4724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73" name="fw13-numeric-check-2-b">
            <a:extLst>
              <a:ext uri="{FF2B5EF4-FFF2-40B4-BE49-F238E27FC236}">
                <a16:creationId xmlns:a16="http://schemas.microsoft.com/office/drawing/2014/main" id="{0287DD3F-465F-4FFE-A215-F5C40B10516C}"/>
              </a:ext>
            </a:extLst>
          </p:cNvPr>
          <p:cNvCxnSpPr/>
          <p:nvPr/>
        </p:nvCxnSpPr>
        <p:spPr>
          <a:xfrm flipV="1">
            <a:off x="15792069" y="12593384"/>
            <a:ext cx="94488" cy="112204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374" name="fw13-numeric-rule-2">
            <a:extLst>
              <a:ext uri="{FF2B5EF4-FFF2-40B4-BE49-F238E27FC236}">
                <a16:creationId xmlns:a16="http://schemas.microsoft.com/office/drawing/2014/main" id="{7820094A-F6D4-4B48-8CC5-CCF085EED862}"/>
              </a:ext>
            </a:extLst>
          </p:cNvPr>
          <p:cNvCxnSpPr/>
          <p:nvPr/>
        </p:nvCxnSpPr>
        <p:spPr>
          <a:xfrm>
            <a:off x="15982950" y="12687300"/>
            <a:ext cx="523875" cy="0"/>
          </a:xfrm>
          <a:prstGeom prst="straightConnector1">
            <a:avLst/>
          </a:prstGeom>
          <a:ln w="23813">
            <a:solidFill>
              <a:srgbClr val="9DA6B5"/>
            </a:solidFill>
          </a:ln>
        </p:spPr>
      </p:cxnSp>
      <p:sp>
        <p:nvSpPr>
          <p:cNvPr id="375" name="fw13-report">
            <a:extLst>
              <a:ext uri="{FF2B5EF4-FFF2-40B4-BE49-F238E27FC236}">
                <a16:creationId xmlns:a16="http://schemas.microsoft.com/office/drawing/2014/main" id="{AB0AFCF5-DDCE-402C-8BE1-1844736ACD24}"/>
              </a:ext>
            </a:extLst>
          </p:cNvPr>
          <p:cNvSpPr>
            <a:spLocks noGrp="1"/>
          </p:cNvSpPr>
          <p:nvPr/>
        </p:nvSpPr>
        <p:spPr>
          <a:xfrm>
            <a:off x="18154650" y="11658600"/>
            <a:ext cx="12954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cxnSp>
        <p:nvCxnSpPr>
          <p:cNvPr id="376" name="fw13-report-rule-0">
            <a:extLst>
              <a:ext uri="{FF2B5EF4-FFF2-40B4-BE49-F238E27FC236}">
                <a16:creationId xmlns:a16="http://schemas.microsoft.com/office/drawing/2014/main" id="{085193F0-C270-4D1E-A4A4-093B557AB6A1}"/>
              </a:ext>
            </a:extLst>
          </p:cNvPr>
          <p:cNvCxnSpPr/>
          <p:nvPr/>
        </p:nvCxnSpPr>
        <p:spPr>
          <a:xfrm>
            <a:off x="18413730" y="12558713"/>
            <a:ext cx="77724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77" name="fw13-report-rule-1">
            <a:extLst>
              <a:ext uri="{FF2B5EF4-FFF2-40B4-BE49-F238E27FC236}">
                <a16:creationId xmlns:a16="http://schemas.microsoft.com/office/drawing/2014/main" id="{BF6DAE37-621B-412D-9C12-3D16051D4B6F}"/>
              </a:ext>
            </a:extLst>
          </p:cNvPr>
          <p:cNvCxnSpPr/>
          <p:nvPr/>
        </p:nvCxnSpPr>
        <p:spPr>
          <a:xfrm>
            <a:off x="18413730" y="12673013"/>
            <a:ext cx="58293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378" name="fw13-report-heading">
            <a:extLst>
              <a:ext uri="{FF2B5EF4-FFF2-40B4-BE49-F238E27FC236}">
                <a16:creationId xmlns:a16="http://schemas.microsoft.com/office/drawing/2014/main" id="{1DED432F-AF8E-428F-B14A-D7ABACFA55EC}"/>
              </a:ext>
            </a:extLst>
          </p:cNvPr>
          <p:cNvSpPr>
            <a:spLocks noGrp="1"/>
          </p:cNvSpPr>
          <p:nvPr/>
        </p:nvSpPr>
        <p:spPr>
          <a:xfrm>
            <a:off x="18268950" y="1173480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cxnSp>
        <p:nvCxnSpPr>
          <p:cNvPr id="379" name="fw13-report-text-0">
            <a:extLst>
              <a:ext uri="{FF2B5EF4-FFF2-40B4-BE49-F238E27FC236}">
                <a16:creationId xmlns:a16="http://schemas.microsoft.com/office/drawing/2014/main" id="{6F664C26-BA42-4CDE-B444-3E6B630BB679}"/>
              </a:ext>
            </a:extLst>
          </p:cNvPr>
          <p:cNvCxnSpPr/>
          <p:nvPr/>
        </p:nvCxnSpPr>
        <p:spPr>
          <a:xfrm>
            <a:off x="18345150" y="12153900"/>
            <a:ext cx="89535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80" name="fw13-report-text-1">
            <a:extLst>
              <a:ext uri="{FF2B5EF4-FFF2-40B4-BE49-F238E27FC236}">
                <a16:creationId xmlns:a16="http://schemas.microsoft.com/office/drawing/2014/main" id="{9A4E07C5-7381-4BA5-9019-D5867188A516}"/>
              </a:ext>
            </a:extLst>
          </p:cNvPr>
          <p:cNvCxnSpPr/>
          <p:nvPr/>
        </p:nvCxnSpPr>
        <p:spPr>
          <a:xfrm>
            <a:off x="18345150" y="12315825"/>
            <a:ext cx="7334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381" name="fw13-report-location">
            <a:extLst>
              <a:ext uri="{FF2B5EF4-FFF2-40B4-BE49-F238E27FC236}">
                <a16:creationId xmlns:a16="http://schemas.microsoft.com/office/drawing/2014/main" id="{4B8413F5-E347-4BF8-A252-19EEA19688EA}"/>
              </a:ext>
            </a:extLst>
          </p:cNvPr>
          <p:cNvSpPr>
            <a:spLocks noGrp="1"/>
          </p:cNvSpPr>
          <p:nvPr/>
        </p:nvSpPr>
        <p:spPr>
          <a:xfrm>
            <a:off x="18326100" y="12525375"/>
            <a:ext cx="657225" cy="21907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21908">
            <a:solidFill>
              <a:srgbClr val="30334F"/>
            </a:solidFill>
          </a:ln>
        </p:spPr>
      </p:sp>
      <p:sp>
        <p:nvSpPr>
          <p:cNvPr id="382" name="fw13-report-location-label">
            <a:extLst>
              <a:ext uri="{FF2B5EF4-FFF2-40B4-BE49-F238E27FC236}">
                <a16:creationId xmlns:a16="http://schemas.microsoft.com/office/drawing/2014/main" id="{CB4281B2-6A3E-40DD-8309-070005FEB15D}"/>
              </a:ext>
            </a:extLst>
          </p:cNvPr>
          <p:cNvSpPr>
            <a:spLocks noGrp="1"/>
          </p:cNvSpPr>
          <p:nvPr/>
        </p:nvSpPr>
        <p:spPr>
          <a:xfrm>
            <a:off x="18345150" y="12506325"/>
            <a:ext cx="619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383" name="fw13-report-approved">
            <a:extLst>
              <a:ext uri="{FF2B5EF4-FFF2-40B4-BE49-F238E27FC236}">
                <a16:creationId xmlns:a16="http://schemas.microsoft.com/office/drawing/2014/main" id="{C18A8811-AA66-433C-A460-90F5471187E5}"/>
              </a:ext>
            </a:extLst>
          </p:cNvPr>
          <p:cNvSpPr>
            <a:spLocks noGrp="1"/>
          </p:cNvSpPr>
          <p:nvPr/>
        </p:nvSpPr>
        <p:spPr>
          <a:xfrm>
            <a:off x="19173825" y="12420600"/>
            <a:ext cx="552450" cy="552450"/>
          </a:xfrm>
          <a:prstGeom prst="ellipse">
            <a:avLst/>
          </a:prstGeom>
          <a:solidFill>
            <a:srgbClr val="8FA77D"/>
          </a:solidFill>
          <a:ln w="19050">
            <a:solidFill>
              <a:srgbClr val="30334F"/>
            </a:solidFill>
          </a:ln>
        </p:spPr>
      </p:sp>
      <p:cxnSp>
        <p:nvCxnSpPr>
          <p:cNvPr id="384" name="fw13-report-approved-check-a">
            <a:extLst>
              <a:ext uri="{FF2B5EF4-FFF2-40B4-BE49-F238E27FC236}">
                <a16:creationId xmlns:a16="http://schemas.microsoft.com/office/drawing/2014/main" id="{074E2850-A4CA-4955-A6B2-86CD6A6AE8C1}"/>
              </a:ext>
            </a:extLst>
          </p:cNvPr>
          <p:cNvCxnSpPr/>
          <p:nvPr/>
        </p:nvCxnSpPr>
        <p:spPr>
          <a:xfrm>
            <a:off x="19316700" y="12672060"/>
            <a:ext cx="80010" cy="8001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</p:cxnSp>
      <p:cxnSp>
        <p:nvCxnSpPr>
          <p:cNvPr id="385" name="fw13-report-approved-check-b">
            <a:extLst>
              <a:ext uri="{FF2B5EF4-FFF2-40B4-BE49-F238E27FC236}">
                <a16:creationId xmlns:a16="http://schemas.microsoft.com/office/drawing/2014/main" id="{9669324C-89BB-4681-9876-8B0F59879964}"/>
              </a:ext>
            </a:extLst>
          </p:cNvPr>
          <p:cNvCxnSpPr/>
          <p:nvPr/>
        </p:nvCxnSpPr>
        <p:spPr>
          <a:xfrm flipV="1">
            <a:off x="19396710" y="12562046"/>
            <a:ext cx="160020" cy="190024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</p:cxnSp>
      <p:sp>
        <p:nvSpPr>
          <p:cNvPr id="389" name="fw13-library">
            <a:extLst>
              <a:ext uri="{FF2B5EF4-FFF2-40B4-BE49-F238E27FC236}">
                <a16:creationId xmlns:a16="http://schemas.microsoft.com/office/drawing/2014/main" id="{F1EA4E0E-8D24-4319-87CE-675AF935C35A}"/>
              </a:ext>
            </a:extLst>
          </p:cNvPr>
          <p:cNvSpPr>
            <a:spLocks noGrp="1"/>
          </p:cNvSpPr>
          <p:nvPr/>
        </p:nvSpPr>
        <p:spPr>
          <a:xfrm>
            <a:off x="6953250" y="14849475"/>
            <a:ext cx="3962400" cy="1733550"/>
          </a:xfrm>
          <a:prstGeom prst="roundRect">
            <a:avLst>
              <a:gd name="adj" fmla="val 6593"/>
            </a:avLst>
          </a:prstGeom>
          <a:solidFill>
            <a:srgbClr val="E7E3F3"/>
          </a:solidFill>
          <a:ln w="19050">
            <a:solidFill>
              <a:srgbClr val="30334F"/>
            </a:solidFill>
          </a:ln>
        </p:spPr>
      </p:sp>
      <p:cxnSp>
        <p:nvCxnSpPr>
          <p:cNvPr id="390" name="fw13-library-reuse">
            <a:extLst>
              <a:ext uri="{FF2B5EF4-FFF2-40B4-BE49-F238E27FC236}">
                <a16:creationId xmlns:a16="http://schemas.microsoft.com/office/drawing/2014/main" id="{8671E8BF-C2A2-42EC-B32E-2F66ED205A25}"/>
              </a:ext>
            </a:extLst>
          </p:cNvPr>
          <p:cNvCxnSpPr/>
          <p:nvPr/>
        </p:nvCxnSpPr>
        <p:spPr>
          <a:xfrm flipV="1">
            <a:off x="8991600" y="14116050"/>
            <a:ext cx="0" cy="733425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391" name="fw13-reuse-label">
            <a:extLst>
              <a:ext uri="{FF2B5EF4-FFF2-40B4-BE49-F238E27FC236}">
                <a16:creationId xmlns:a16="http://schemas.microsoft.com/office/drawing/2014/main" id="{4B59E031-F254-4D8B-9235-BC015B626CE3}"/>
              </a:ext>
            </a:extLst>
          </p:cNvPr>
          <p:cNvSpPr>
            <a:spLocks noGrp="1"/>
          </p:cNvSpPr>
          <p:nvPr/>
        </p:nvSpPr>
        <p:spPr>
          <a:xfrm>
            <a:off x="9296400" y="14297025"/>
            <a:ext cx="1428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检索复用</a:t>
            </a:r>
          </a:p>
        </p:txBody>
      </p:sp>
      <p:sp>
        <p:nvSpPr>
          <p:cNvPr id="392" name="fw13-stored-card-0">
            <a:extLst>
              <a:ext uri="{FF2B5EF4-FFF2-40B4-BE49-F238E27FC236}">
                <a16:creationId xmlns:a16="http://schemas.microsoft.com/office/drawing/2014/main" id="{7A45B84A-2D21-496D-A302-6C42062952AF}"/>
              </a:ext>
            </a:extLst>
          </p:cNvPr>
          <p:cNvSpPr>
            <a:spLocks noGrp="1"/>
          </p:cNvSpPr>
          <p:nvPr/>
        </p:nvSpPr>
        <p:spPr>
          <a:xfrm>
            <a:off x="7200900" y="15182850"/>
            <a:ext cx="523875" cy="809625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cxnSp>
        <p:nvCxnSpPr>
          <p:cNvPr id="393" name="fw13-stored-card-0-rule-0">
            <a:extLst>
              <a:ext uri="{FF2B5EF4-FFF2-40B4-BE49-F238E27FC236}">
                <a16:creationId xmlns:a16="http://schemas.microsoft.com/office/drawing/2014/main" id="{BC8F0EB3-A692-4077-941E-26B6F0DEEA2F}"/>
              </a:ext>
            </a:extLst>
          </p:cNvPr>
          <p:cNvCxnSpPr/>
          <p:nvPr/>
        </p:nvCxnSpPr>
        <p:spPr>
          <a:xfrm>
            <a:off x="7305675" y="15749588"/>
            <a:ext cx="3143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94" name="fw13-stored-card-0-rule-1">
            <a:extLst>
              <a:ext uri="{FF2B5EF4-FFF2-40B4-BE49-F238E27FC236}">
                <a16:creationId xmlns:a16="http://schemas.microsoft.com/office/drawing/2014/main" id="{8F89C491-48A5-489A-A5ED-A6B5DA34786D}"/>
              </a:ext>
            </a:extLst>
          </p:cNvPr>
          <p:cNvCxnSpPr/>
          <p:nvPr/>
        </p:nvCxnSpPr>
        <p:spPr>
          <a:xfrm>
            <a:off x="7305675" y="15863888"/>
            <a:ext cx="235744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395" name="fw13-stored-card-1">
            <a:extLst>
              <a:ext uri="{FF2B5EF4-FFF2-40B4-BE49-F238E27FC236}">
                <a16:creationId xmlns:a16="http://schemas.microsoft.com/office/drawing/2014/main" id="{68A548E2-0987-4959-B561-D51513A7F24D}"/>
              </a:ext>
            </a:extLst>
          </p:cNvPr>
          <p:cNvSpPr>
            <a:spLocks noGrp="1"/>
          </p:cNvSpPr>
          <p:nvPr/>
        </p:nvSpPr>
        <p:spPr>
          <a:xfrm>
            <a:off x="7496175" y="15125700"/>
            <a:ext cx="523875" cy="809625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396" name="fw13-stored-card-1-label">
            <a:extLst>
              <a:ext uri="{FF2B5EF4-FFF2-40B4-BE49-F238E27FC236}">
                <a16:creationId xmlns:a16="http://schemas.microsoft.com/office/drawing/2014/main" id="{92D5CAF6-672F-4B0A-9115-6F6802804AE9}"/>
              </a:ext>
            </a:extLst>
          </p:cNvPr>
          <p:cNvSpPr>
            <a:spLocks noGrp="1"/>
          </p:cNvSpPr>
          <p:nvPr/>
        </p:nvSpPr>
        <p:spPr>
          <a:xfrm>
            <a:off x="7543800" y="15201900"/>
            <a:ext cx="428625" cy="388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≤</a:t>
            </a:r>
          </a:p>
        </p:txBody>
      </p:sp>
      <p:cxnSp>
        <p:nvCxnSpPr>
          <p:cNvPr id="397" name="fw13-stored-card-1-rule-0">
            <a:extLst>
              <a:ext uri="{FF2B5EF4-FFF2-40B4-BE49-F238E27FC236}">
                <a16:creationId xmlns:a16="http://schemas.microsoft.com/office/drawing/2014/main" id="{16937F6E-5B40-4FCA-A367-0D46478C410D}"/>
              </a:ext>
            </a:extLst>
          </p:cNvPr>
          <p:cNvCxnSpPr/>
          <p:nvPr/>
        </p:nvCxnSpPr>
        <p:spPr>
          <a:xfrm>
            <a:off x="7600950" y="15692438"/>
            <a:ext cx="3143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398" name="fw13-stored-card-1-rule-1">
            <a:extLst>
              <a:ext uri="{FF2B5EF4-FFF2-40B4-BE49-F238E27FC236}">
                <a16:creationId xmlns:a16="http://schemas.microsoft.com/office/drawing/2014/main" id="{6D8DB97E-56FB-4273-8C29-CF0F65445241}"/>
              </a:ext>
            </a:extLst>
          </p:cNvPr>
          <p:cNvCxnSpPr/>
          <p:nvPr/>
        </p:nvCxnSpPr>
        <p:spPr>
          <a:xfrm>
            <a:off x="7600950" y="15806738"/>
            <a:ext cx="235744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399" name="fw13-stored-card-2">
            <a:extLst>
              <a:ext uri="{FF2B5EF4-FFF2-40B4-BE49-F238E27FC236}">
                <a16:creationId xmlns:a16="http://schemas.microsoft.com/office/drawing/2014/main" id="{D6A9D330-FFF0-449C-B713-8BC98C1D6E05}"/>
              </a:ext>
            </a:extLst>
          </p:cNvPr>
          <p:cNvSpPr>
            <a:spLocks noGrp="1"/>
          </p:cNvSpPr>
          <p:nvPr/>
        </p:nvSpPr>
        <p:spPr>
          <a:xfrm>
            <a:off x="7791450" y="15068550"/>
            <a:ext cx="523875" cy="809625"/>
          </a:xfrm>
          <a:prstGeom prst="roundRect">
            <a:avLst>
              <a:gd name="adj" fmla="val 21818"/>
            </a:avLst>
          </a:prstGeom>
          <a:solidFill>
            <a:srgbClr val="D2CDE6"/>
          </a:solidFill>
          <a:ln w="21908">
            <a:solidFill>
              <a:srgbClr val="30334F"/>
            </a:solidFill>
          </a:ln>
        </p:spPr>
      </p:sp>
      <p:cxnSp>
        <p:nvCxnSpPr>
          <p:cNvPr id="400" name="fw13-stored-card-2-rule-0">
            <a:extLst>
              <a:ext uri="{FF2B5EF4-FFF2-40B4-BE49-F238E27FC236}">
                <a16:creationId xmlns:a16="http://schemas.microsoft.com/office/drawing/2014/main" id="{D63B16CC-B207-43E4-B197-6B205E0166D1}"/>
              </a:ext>
            </a:extLst>
          </p:cNvPr>
          <p:cNvCxnSpPr/>
          <p:nvPr/>
        </p:nvCxnSpPr>
        <p:spPr>
          <a:xfrm>
            <a:off x="7896225" y="15635288"/>
            <a:ext cx="314325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401" name="fw13-stored-card-2-rule-1">
            <a:extLst>
              <a:ext uri="{FF2B5EF4-FFF2-40B4-BE49-F238E27FC236}">
                <a16:creationId xmlns:a16="http://schemas.microsoft.com/office/drawing/2014/main" id="{2F74D555-E9E3-4332-93EE-8DE339A1CF76}"/>
              </a:ext>
            </a:extLst>
          </p:cNvPr>
          <p:cNvCxnSpPr/>
          <p:nvPr/>
        </p:nvCxnSpPr>
        <p:spPr>
          <a:xfrm>
            <a:off x="7896225" y="15749588"/>
            <a:ext cx="235744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402" name="fw13-library-drawer">
            <a:extLst>
              <a:ext uri="{FF2B5EF4-FFF2-40B4-BE49-F238E27FC236}">
                <a16:creationId xmlns:a16="http://schemas.microsoft.com/office/drawing/2014/main" id="{9EEC2F33-EE76-4D57-8E86-30EA5D99C2E8}"/>
              </a:ext>
            </a:extLst>
          </p:cNvPr>
          <p:cNvSpPr>
            <a:spLocks noGrp="1"/>
          </p:cNvSpPr>
          <p:nvPr/>
        </p:nvSpPr>
        <p:spPr>
          <a:xfrm>
            <a:off x="7096125" y="15840075"/>
            <a:ext cx="1466850" cy="552450"/>
          </a:xfrm>
          <a:prstGeom prst="roundRect">
            <a:avLst>
              <a:gd name="adj" fmla="val 20690"/>
            </a:avLst>
          </a:prstGeom>
          <a:solidFill>
            <a:srgbClr val="D2CDE6"/>
          </a:solidFill>
          <a:ln w="21908">
            <a:solidFill>
              <a:srgbClr val="30334F"/>
            </a:solidFill>
          </a:ln>
        </p:spPr>
      </p:sp>
      <p:sp>
        <p:nvSpPr>
          <p:cNvPr id="403" name="fw13-library-handle">
            <a:extLst>
              <a:ext uri="{FF2B5EF4-FFF2-40B4-BE49-F238E27FC236}">
                <a16:creationId xmlns:a16="http://schemas.microsoft.com/office/drawing/2014/main" id="{9156B4ED-B17B-4109-97F5-51148C44238B}"/>
              </a:ext>
            </a:extLst>
          </p:cNvPr>
          <p:cNvSpPr>
            <a:spLocks noGrp="1"/>
          </p:cNvSpPr>
          <p:nvPr/>
        </p:nvSpPr>
        <p:spPr>
          <a:xfrm>
            <a:off x="7591425" y="15992475"/>
            <a:ext cx="4762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404" name="fw13-library-title">
            <a:extLst>
              <a:ext uri="{FF2B5EF4-FFF2-40B4-BE49-F238E27FC236}">
                <a16:creationId xmlns:a16="http://schemas.microsoft.com/office/drawing/2014/main" id="{BB3D6E25-412D-475C-91C2-EAFEA82C23FD}"/>
              </a:ext>
            </a:extLst>
          </p:cNvPr>
          <p:cNvSpPr>
            <a:spLocks noGrp="1"/>
          </p:cNvSpPr>
          <p:nvPr/>
        </p:nvSpPr>
        <p:spPr>
          <a:xfrm>
            <a:off x="8724900" y="15106650"/>
            <a:ext cx="2047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知识</a:t>
            </a:r>
            <a:r>
              <a:rPr lang="en-US" dirty="0" err="1"/>
              <a:t>card</a:t>
            </a:r>
            <a:r>
              <a:rPr sz="240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库</a:t>
            </a:r>
            <a:endParaRPr sz="2400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6" name="fw13-learning-container">
            <a:extLst>
              <a:ext uri="{FF2B5EF4-FFF2-40B4-BE49-F238E27FC236}">
                <a16:creationId xmlns:a16="http://schemas.microsoft.com/office/drawing/2014/main" id="{F3E7D05E-A798-4EB9-90FD-FFFD3BC4CB60}"/>
              </a:ext>
            </a:extLst>
          </p:cNvPr>
          <p:cNvSpPr>
            <a:spLocks noGrp="1"/>
          </p:cNvSpPr>
          <p:nvPr/>
        </p:nvSpPr>
        <p:spPr>
          <a:xfrm>
            <a:off x="11715750" y="14573250"/>
            <a:ext cx="8620125" cy="2009775"/>
          </a:xfrm>
          <a:prstGeom prst="roundRect">
            <a:avLst>
              <a:gd name="adj" fmla="val 5687"/>
            </a:avLst>
          </a:prstGeom>
          <a:solidFill>
            <a:srgbClr val="FFFAE8"/>
          </a:solidFill>
          <a:ln w="19050">
            <a:solidFill>
              <a:srgbClr val="30334F"/>
            </a:solidFill>
            <a:prstDash val="dash"/>
          </a:ln>
        </p:spPr>
      </p:sp>
      <p:sp>
        <p:nvSpPr>
          <p:cNvPr id="407" name="fw13-learning-heading">
            <a:extLst>
              <a:ext uri="{FF2B5EF4-FFF2-40B4-BE49-F238E27FC236}">
                <a16:creationId xmlns:a16="http://schemas.microsoft.com/office/drawing/2014/main" id="{351C9962-8B00-4CBE-B461-0DE05CAC47D9}"/>
              </a:ext>
            </a:extLst>
          </p:cNvPr>
          <p:cNvSpPr>
            <a:spLocks noGrp="1"/>
          </p:cNvSpPr>
          <p:nvPr/>
        </p:nvSpPr>
        <p:spPr>
          <a:xfrm>
            <a:off x="11944350" y="14668500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自</a:t>
            </a:r>
            <a:r>
              <a:rPr sz="2175" b="1" dirty="0" err="1">
                <a:solidFill>
                  <a:srgbClr val="A56746"/>
                </a:solidFill>
                <a:latin typeface="Microsoft YaHei"/>
                <a:ea typeface="Microsoft YaHei"/>
                <a:cs typeface="Microsoft YaHei"/>
              </a:rPr>
              <a:t>学习与知识沉淀</a:t>
            </a:r>
            <a:endParaRPr sz="2175" b="1" dirty="0">
              <a:solidFill>
                <a:srgbClr val="A5674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08" name="fw13-output-to-extraction">
            <a:extLst>
              <a:ext uri="{FF2B5EF4-FFF2-40B4-BE49-F238E27FC236}">
                <a16:creationId xmlns:a16="http://schemas.microsoft.com/office/drawing/2014/main" id="{B48D76C3-BDC7-4AA5-8028-3E1FBA65D997}"/>
              </a:ext>
            </a:extLst>
          </p:cNvPr>
          <p:cNvCxnSpPr/>
          <p:nvPr/>
        </p:nvCxnSpPr>
        <p:spPr>
          <a:xfrm>
            <a:off x="18878550" y="14116050"/>
            <a:ext cx="0" cy="104775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409" name="fw13-save">
            <a:extLst>
              <a:ext uri="{FF2B5EF4-FFF2-40B4-BE49-F238E27FC236}">
                <a16:creationId xmlns:a16="http://schemas.microsoft.com/office/drawing/2014/main" id="{760E7F57-C013-421B-8ADA-E43664A0192E}"/>
              </a:ext>
            </a:extLst>
          </p:cNvPr>
          <p:cNvSpPr>
            <a:spLocks noGrp="1"/>
          </p:cNvSpPr>
          <p:nvPr/>
        </p:nvSpPr>
        <p:spPr>
          <a:xfrm>
            <a:off x="12039600" y="15163800"/>
            <a:ext cx="35242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145">
            <a:solidFill>
              <a:srgbClr val="30334F"/>
            </a:solidFill>
          </a:ln>
        </p:spPr>
      </p:sp>
      <p:sp>
        <p:nvSpPr>
          <p:cNvPr id="410" name="fw13-extract">
            <a:extLst>
              <a:ext uri="{FF2B5EF4-FFF2-40B4-BE49-F238E27FC236}">
                <a16:creationId xmlns:a16="http://schemas.microsoft.com/office/drawing/2014/main" id="{EE672C2A-A198-4E82-8025-CE8FB9690137}"/>
              </a:ext>
            </a:extLst>
          </p:cNvPr>
          <p:cNvSpPr>
            <a:spLocks noGrp="1"/>
          </p:cNvSpPr>
          <p:nvPr/>
        </p:nvSpPr>
        <p:spPr>
          <a:xfrm>
            <a:off x="16649700" y="15163800"/>
            <a:ext cx="33528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145">
            <a:solidFill>
              <a:srgbClr val="30334F"/>
            </a:solidFill>
          </a:ln>
        </p:spPr>
      </p:sp>
      <p:cxnSp>
        <p:nvCxnSpPr>
          <p:cNvPr id="411" name="fw13-extract-to-save">
            <a:extLst>
              <a:ext uri="{FF2B5EF4-FFF2-40B4-BE49-F238E27FC236}">
                <a16:creationId xmlns:a16="http://schemas.microsoft.com/office/drawing/2014/main" id="{072C21DB-704A-4A08-9416-DE16C441C259}"/>
              </a:ext>
            </a:extLst>
          </p:cNvPr>
          <p:cNvCxnSpPr/>
          <p:nvPr/>
        </p:nvCxnSpPr>
        <p:spPr>
          <a:xfrm flipH="1">
            <a:off x="15649575" y="15773400"/>
            <a:ext cx="914400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cxnSp>
        <p:nvCxnSpPr>
          <p:cNvPr id="412" name="fw13-save-to-library">
            <a:extLst>
              <a:ext uri="{FF2B5EF4-FFF2-40B4-BE49-F238E27FC236}">
                <a16:creationId xmlns:a16="http://schemas.microsoft.com/office/drawing/2014/main" id="{BE74F036-973C-4AD7-A544-0C24FC3240BE}"/>
              </a:ext>
            </a:extLst>
          </p:cNvPr>
          <p:cNvCxnSpPr/>
          <p:nvPr/>
        </p:nvCxnSpPr>
        <p:spPr>
          <a:xfrm flipH="1">
            <a:off x="11001375" y="15773400"/>
            <a:ext cx="952500" cy="0"/>
          </a:xfrm>
          <a:prstGeom prst="straightConnector1">
            <a:avLst/>
          </a:prstGeom>
          <a:ln w="28575">
            <a:solidFill>
              <a:srgbClr val="30334F"/>
            </a:solidFill>
            <a:tailEnd type="triangle" w="med" len="med"/>
          </a:ln>
        </p:spPr>
      </p:cxnSp>
      <p:sp>
        <p:nvSpPr>
          <p:cNvPr id="413" name="fw13-newcard-back">
            <a:extLst>
              <a:ext uri="{FF2B5EF4-FFF2-40B4-BE49-F238E27FC236}">
                <a16:creationId xmlns:a16="http://schemas.microsoft.com/office/drawing/2014/main" id="{B767FBC1-C6F4-4307-A456-CC45FC197D60}"/>
              </a:ext>
            </a:extLst>
          </p:cNvPr>
          <p:cNvSpPr>
            <a:spLocks noGrp="1"/>
          </p:cNvSpPr>
          <p:nvPr/>
        </p:nvSpPr>
        <p:spPr>
          <a:xfrm>
            <a:off x="12201525" y="15468600"/>
            <a:ext cx="533400" cy="685800"/>
          </a:xfrm>
          <a:prstGeom prst="roundRect">
            <a:avLst>
              <a:gd name="adj" fmla="val 21429"/>
            </a:avLst>
          </a:prstGeom>
          <a:solidFill>
            <a:srgbClr val="FFF5CF"/>
          </a:solidFill>
          <a:ln w="21908">
            <a:solidFill>
              <a:srgbClr val="30334F"/>
            </a:solidFill>
          </a:ln>
        </p:spPr>
      </p:sp>
      <p:cxnSp>
        <p:nvCxnSpPr>
          <p:cNvPr id="414" name="fw13-newcard-back-rule-0">
            <a:extLst>
              <a:ext uri="{FF2B5EF4-FFF2-40B4-BE49-F238E27FC236}">
                <a16:creationId xmlns:a16="http://schemas.microsoft.com/office/drawing/2014/main" id="{5DEE9F76-F52E-4B92-8EBD-629F3B8C0792}"/>
              </a:ext>
            </a:extLst>
          </p:cNvPr>
          <p:cNvCxnSpPr/>
          <p:nvPr/>
        </p:nvCxnSpPr>
        <p:spPr>
          <a:xfrm>
            <a:off x="12308205" y="15948660"/>
            <a:ext cx="32004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415" name="fw13-newcard-back-rule-1">
            <a:extLst>
              <a:ext uri="{FF2B5EF4-FFF2-40B4-BE49-F238E27FC236}">
                <a16:creationId xmlns:a16="http://schemas.microsoft.com/office/drawing/2014/main" id="{0BB6DC6F-B53F-41CE-82B4-659BCDF73540}"/>
              </a:ext>
            </a:extLst>
          </p:cNvPr>
          <p:cNvCxnSpPr/>
          <p:nvPr/>
        </p:nvCxnSpPr>
        <p:spPr>
          <a:xfrm>
            <a:off x="12308205" y="16062960"/>
            <a:ext cx="24003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416" name="fw13-newcard-front">
            <a:extLst>
              <a:ext uri="{FF2B5EF4-FFF2-40B4-BE49-F238E27FC236}">
                <a16:creationId xmlns:a16="http://schemas.microsoft.com/office/drawing/2014/main" id="{2B455C1C-4332-4FE4-8580-FB52D4219652}"/>
              </a:ext>
            </a:extLst>
          </p:cNvPr>
          <p:cNvSpPr>
            <a:spLocks noGrp="1"/>
          </p:cNvSpPr>
          <p:nvPr/>
        </p:nvSpPr>
        <p:spPr>
          <a:xfrm>
            <a:off x="12334875" y="15344775"/>
            <a:ext cx="533400" cy="6858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cxnSp>
        <p:nvCxnSpPr>
          <p:cNvPr id="417" name="fw13-newcard-front-rule-0">
            <a:extLst>
              <a:ext uri="{FF2B5EF4-FFF2-40B4-BE49-F238E27FC236}">
                <a16:creationId xmlns:a16="http://schemas.microsoft.com/office/drawing/2014/main" id="{3F0F127B-2709-4F84-A3E3-E5CBBDD90AE4}"/>
              </a:ext>
            </a:extLst>
          </p:cNvPr>
          <p:cNvCxnSpPr/>
          <p:nvPr/>
        </p:nvCxnSpPr>
        <p:spPr>
          <a:xfrm>
            <a:off x="12441555" y="15824835"/>
            <a:ext cx="32004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cxnSp>
        <p:nvCxnSpPr>
          <p:cNvPr id="418" name="fw13-newcard-front-rule-1">
            <a:extLst>
              <a:ext uri="{FF2B5EF4-FFF2-40B4-BE49-F238E27FC236}">
                <a16:creationId xmlns:a16="http://schemas.microsoft.com/office/drawing/2014/main" id="{86A4E8C6-F82E-4029-A621-8E76FB344FBD}"/>
              </a:ext>
            </a:extLst>
          </p:cNvPr>
          <p:cNvCxnSpPr/>
          <p:nvPr/>
        </p:nvCxnSpPr>
        <p:spPr>
          <a:xfrm>
            <a:off x="12441555" y="15939135"/>
            <a:ext cx="240030" cy="0"/>
          </a:xfrm>
          <a:prstGeom prst="straightConnector1">
            <a:avLst/>
          </a:prstGeom>
          <a:ln w="28575">
            <a:solidFill>
              <a:srgbClr val="9DA6B5"/>
            </a:solidFill>
          </a:ln>
        </p:spPr>
      </p:cxnSp>
      <p:sp>
        <p:nvSpPr>
          <p:cNvPr id="419" name="fw13-newcard-add">
            <a:extLst>
              <a:ext uri="{FF2B5EF4-FFF2-40B4-BE49-F238E27FC236}">
                <a16:creationId xmlns:a16="http://schemas.microsoft.com/office/drawing/2014/main" id="{F1E1CB54-02D1-4EFB-B9FF-52FD900DEE66}"/>
              </a:ext>
            </a:extLst>
          </p:cNvPr>
          <p:cNvSpPr>
            <a:spLocks noGrp="1"/>
          </p:cNvSpPr>
          <p:nvPr/>
        </p:nvSpPr>
        <p:spPr>
          <a:xfrm>
            <a:off x="12677775" y="15763875"/>
            <a:ext cx="333375" cy="333375"/>
          </a:xfrm>
          <a:prstGeom prst="ellipse">
            <a:avLst/>
          </a:prstGeom>
          <a:solidFill>
            <a:srgbClr val="E4B38B"/>
          </a:solidFill>
          <a:ln w="17145">
            <a:solidFill>
              <a:srgbClr val="30334F"/>
            </a:solidFill>
          </a:ln>
        </p:spPr>
      </p:sp>
      <p:cxnSp>
        <p:nvCxnSpPr>
          <p:cNvPr id="420" name="fw13-newcard-plus0">
            <a:extLst>
              <a:ext uri="{FF2B5EF4-FFF2-40B4-BE49-F238E27FC236}">
                <a16:creationId xmlns:a16="http://schemas.microsoft.com/office/drawing/2014/main" id="{F49DDF72-89FC-42C5-9498-113DBAFAD019}"/>
              </a:ext>
            </a:extLst>
          </p:cNvPr>
          <p:cNvCxnSpPr/>
          <p:nvPr/>
        </p:nvCxnSpPr>
        <p:spPr>
          <a:xfrm>
            <a:off x="12753975" y="15925800"/>
            <a:ext cx="180975" cy="0"/>
          </a:xfrm>
          <a:prstGeom prst="straightConnector1">
            <a:avLst/>
          </a:prstGeom>
          <a:ln w="24765">
            <a:solidFill>
              <a:srgbClr val="30334F"/>
            </a:solidFill>
          </a:ln>
        </p:spPr>
      </p:cxnSp>
      <p:cxnSp>
        <p:nvCxnSpPr>
          <p:cNvPr id="421" name="fw13-newcard-plus1">
            <a:extLst>
              <a:ext uri="{FF2B5EF4-FFF2-40B4-BE49-F238E27FC236}">
                <a16:creationId xmlns:a16="http://schemas.microsoft.com/office/drawing/2014/main" id="{7D538DE4-5D64-4D88-97ED-FAAF66611E9E}"/>
              </a:ext>
            </a:extLst>
          </p:cNvPr>
          <p:cNvCxnSpPr/>
          <p:nvPr/>
        </p:nvCxnSpPr>
        <p:spPr>
          <a:xfrm>
            <a:off x="12844463" y="15835313"/>
            <a:ext cx="0" cy="180975"/>
          </a:xfrm>
          <a:prstGeom prst="straightConnector1">
            <a:avLst/>
          </a:prstGeom>
          <a:ln w="24765">
            <a:solidFill>
              <a:srgbClr val="30334F"/>
            </a:solidFill>
          </a:ln>
        </p:spPr>
      </p:cxnSp>
      <p:sp>
        <p:nvSpPr>
          <p:cNvPr id="422" name="fw13-save-title">
            <a:extLst>
              <a:ext uri="{FF2B5EF4-FFF2-40B4-BE49-F238E27FC236}">
                <a16:creationId xmlns:a16="http://schemas.microsoft.com/office/drawing/2014/main" id="{6DF55EA9-628D-47A3-8626-80A26300377B}"/>
              </a:ext>
            </a:extLst>
          </p:cNvPr>
          <p:cNvSpPr>
            <a:spLocks noGrp="1"/>
          </p:cNvSpPr>
          <p:nvPr/>
        </p:nvSpPr>
        <p:spPr>
          <a:xfrm>
            <a:off x="13096875" y="15354300"/>
            <a:ext cx="2362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保存新知识</a:t>
            </a:r>
            <a:r>
              <a:rPr lang="en-US" sz="2100" b="1" dirty="0" err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card</a:t>
            </a:r>
            <a:endParaRPr sz="2100" b="1" dirty="0">
              <a:solidFill>
                <a:srgbClr val="292B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3" name="fw13-save-desc">
            <a:extLst>
              <a:ext uri="{FF2B5EF4-FFF2-40B4-BE49-F238E27FC236}">
                <a16:creationId xmlns:a16="http://schemas.microsoft.com/office/drawing/2014/main" id="{E783F9AA-4276-4E74-A801-2AD9315C547D}"/>
              </a:ext>
            </a:extLst>
          </p:cNvPr>
          <p:cNvSpPr>
            <a:spLocks noGrp="1"/>
          </p:cNvSpPr>
          <p:nvPr/>
        </p:nvSpPr>
        <p:spPr>
          <a:xfrm>
            <a:off x="13096875" y="15801975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结构化记录</a:t>
            </a:r>
            <a:r>
              <a:rPr sz="157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575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版本</a:t>
            </a:r>
            <a:r>
              <a:rPr lang="zh-CN" altLang="en-US" sz="157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迭代</a:t>
            </a:r>
            <a:endParaRPr sz="157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4" name="fw13-pattern-bulb">
            <a:extLst>
              <a:ext uri="{FF2B5EF4-FFF2-40B4-BE49-F238E27FC236}">
                <a16:creationId xmlns:a16="http://schemas.microsoft.com/office/drawing/2014/main" id="{299D27EA-C2CF-4A04-9F23-D8D6AC6627FC}"/>
              </a:ext>
            </a:extLst>
          </p:cNvPr>
          <p:cNvSpPr>
            <a:spLocks noGrp="1"/>
          </p:cNvSpPr>
          <p:nvPr/>
        </p:nvSpPr>
        <p:spPr>
          <a:xfrm>
            <a:off x="16840200" y="15382875"/>
            <a:ext cx="409575" cy="409575"/>
          </a:xfrm>
          <a:prstGeom prst="ellipse">
            <a:avLst/>
          </a:prstGeom>
          <a:solidFill>
            <a:srgbClr val="FFF5CF"/>
          </a:solidFill>
          <a:ln w="21908">
            <a:solidFill>
              <a:srgbClr val="30334F"/>
            </a:solidFill>
          </a:ln>
        </p:spPr>
      </p:sp>
      <p:cxnSp>
        <p:nvCxnSpPr>
          <p:cNvPr id="425" name="fw13-pattern-stem">
            <a:extLst>
              <a:ext uri="{FF2B5EF4-FFF2-40B4-BE49-F238E27FC236}">
                <a16:creationId xmlns:a16="http://schemas.microsoft.com/office/drawing/2014/main" id="{85031720-8CF1-46AB-9208-3CD283C465B1}"/>
              </a:ext>
            </a:extLst>
          </p:cNvPr>
          <p:cNvCxnSpPr/>
          <p:nvPr/>
        </p:nvCxnSpPr>
        <p:spPr>
          <a:xfrm>
            <a:off x="16935450" y="15830550"/>
            <a:ext cx="219075" cy="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26" name="fw13-pattern-stem2">
            <a:extLst>
              <a:ext uri="{FF2B5EF4-FFF2-40B4-BE49-F238E27FC236}">
                <a16:creationId xmlns:a16="http://schemas.microsoft.com/office/drawing/2014/main" id="{91CFD3DF-7E00-47C2-A76B-F13DAA5BA2F1}"/>
              </a:ext>
            </a:extLst>
          </p:cNvPr>
          <p:cNvCxnSpPr/>
          <p:nvPr/>
        </p:nvCxnSpPr>
        <p:spPr>
          <a:xfrm>
            <a:off x="16973550" y="15916275"/>
            <a:ext cx="142875" cy="0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27" name="fw13-pattern-network-edge-01">
            <a:extLst>
              <a:ext uri="{FF2B5EF4-FFF2-40B4-BE49-F238E27FC236}">
                <a16:creationId xmlns:a16="http://schemas.microsoft.com/office/drawing/2014/main" id="{580B751F-6036-4F6D-88DC-AC7AD4DC587B}"/>
              </a:ext>
            </a:extLst>
          </p:cNvPr>
          <p:cNvCxnSpPr/>
          <p:nvPr/>
        </p:nvCxnSpPr>
        <p:spPr>
          <a:xfrm flipV="1">
            <a:off x="16821150" y="16011525"/>
            <a:ext cx="188595" cy="150019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28" name="fw13-pattern-network-edge-12">
            <a:extLst>
              <a:ext uri="{FF2B5EF4-FFF2-40B4-BE49-F238E27FC236}">
                <a16:creationId xmlns:a16="http://schemas.microsoft.com/office/drawing/2014/main" id="{35023DB3-6B12-474C-8A2D-39B7BA3105E6}"/>
              </a:ext>
            </a:extLst>
          </p:cNvPr>
          <p:cNvCxnSpPr/>
          <p:nvPr/>
        </p:nvCxnSpPr>
        <p:spPr>
          <a:xfrm>
            <a:off x="17009745" y="16011525"/>
            <a:ext cx="167164" cy="180023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29" name="fw13-pattern-network-edge-23">
            <a:extLst>
              <a:ext uri="{FF2B5EF4-FFF2-40B4-BE49-F238E27FC236}">
                <a16:creationId xmlns:a16="http://schemas.microsoft.com/office/drawing/2014/main" id="{05CB5109-E353-419B-9CFC-3F040418457D}"/>
              </a:ext>
            </a:extLst>
          </p:cNvPr>
          <p:cNvCxnSpPr/>
          <p:nvPr/>
        </p:nvCxnSpPr>
        <p:spPr>
          <a:xfrm flipH="1">
            <a:off x="17005459" y="16191548"/>
            <a:ext cx="171450" cy="120015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30" name="fw13-pattern-network-edge-30">
            <a:extLst>
              <a:ext uri="{FF2B5EF4-FFF2-40B4-BE49-F238E27FC236}">
                <a16:creationId xmlns:a16="http://schemas.microsoft.com/office/drawing/2014/main" id="{7188A1AA-1445-4AE0-818B-1CB4620A9300}"/>
              </a:ext>
            </a:extLst>
          </p:cNvPr>
          <p:cNvCxnSpPr/>
          <p:nvPr/>
        </p:nvCxnSpPr>
        <p:spPr>
          <a:xfrm flipH="1" flipV="1">
            <a:off x="16821150" y="16161544"/>
            <a:ext cx="184309" cy="150019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cxnSp>
        <p:nvCxnSpPr>
          <p:cNvPr id="431" name="fw13-pattern-network-edge-13">
            <a:extLst>
              <a:ext uri="{FF2B5EF4-FFF2-40B4-BE49-F238E27FC236}">
                <a16:creationId xmlns:a16="http://schemas.microsoft.com/office/drawing/2014/main" id="{D3AD76F9-B6F7-4C91-9F7A-6193721F7E44}"/>
              </a:ext>
            </a:extLst>
          </p:cNvPr>
          <p:cNvCxnSpPr/>
          <p:nvPr/>
        </p:nvCxnSpPr>
        <p:spPr>
          <a:xfrm flipH="1">
            <a:off x="17005459" y="16011525"/>
            <a:ext cx="4286" cy="300038"/>
          </a:xfrm>
          <a:prstGeom prst="straightConnector1">
            <a:avLst/>
          </a:prstGeom>
          <a:ln w="21908">
            <a:solidFill>
              <a:srgbClr val="30334F"/>
            </a:solidFill>
          </a:ln>
        </p:spPr>
      </p:cxnSp>
      <p:sp>
        <p:nvSpPr>
          <p:cNvPr id="432" name="fw13-pattern-network-node-0">
            <a:extLst>
              <a:ext uri="{FF2B5EF4-FFF2-40B4-BE49-F238E27FC236}">
                <a16:creationId xmlns:a16="http://schemas.microsoft.com/office/drawing/2014/main" id="{F0F070DC-27D5-4D4B-8316-54A52AADD338}"/>
              </a:ext>
            </a:extLst>
          </p:cNvPr>
          <p:cNvSpPr>
            <a:spLocks noGrp="1"/>
          </p:cNvSpPr>
          <p:nvPr/>
        </p:nvSpPr>
        <p:spPr>
          <a:xfrm>
            <a:off x="16764000" y="16104394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433" name="fw13-pattern-network-node-1">
            <a:extLst>
              <a:ext uri="{FF2B5EF4-FFF2-40B4-BE49-F238E27FC236}">
                <a16:creationId xmlns:a16="http://schemas.microsoft.com/office/drawing/2014/main" id="{18FE6B42-A4B9-44B4-BDB9-D3A8B79B6E92}"/>
              </a:ext>
            </a:extLst>
          </p:cNvPr>
          <p:cNvSpPr>
            <a:spLocks noGrp="1"/>
          </p:cNvSpPr>
          <p:nvPr/>
        </p:nvSpPr>
        <p:spPr>
          <a:xfrm>
            <a:off x="16952595" y="15954375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434" name="fw13-pattern-network-node-2">
            <a:extLst>
              <a:ext uri="{FF2B5EF4-FFF2-40B4-BE49-F238E27FC236}">
                <a16:creationId xmlns:a16="http://schemas.microsoft.com/office/drawing/2014/main" id="{FBD5B88F-328E-41F9-907C-075C973456AB}"/>
              </a:ext>
            </a:extLst>
          </p:cNvPr>
          <p:cNvSpPr>
            <a:spLocks noGrp="1"/>
          </p:cNvSpPr>
          <p:nvPr/>
        </p:nvSpPr>
        <p:spPr>
          <a:xfrm>
            <a:off x="17119759" y="16134398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435" name="fw13-pattern-network-node-3">
            <a:extLst>
              <a:ext uri="{FF2B5EF4-FFF2-40B4-BE49-F238E27FC236}">
                <a16:creationId xmlns:a16="http://schemas.microsoft.com/office/drawing/2014/main" id="{8D413533-37AF-4F84-9914-2FBC724AB91D}"/>
              </a:ext>
            </a:extLst>
          </p:cNvPr>
          <p:cNvSpPr>
            <a:spLocks noGrp="1"/>
          </p:cNvSpPr>
          <p:nvPr/>
        </p:nvSpPr>
        <p:spPr>
          <a:xfrm>
            <a:off x="16948309" y="16254413"/>
            <a:ext cx="114300" cy="1143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sp>
        <p:nvSpPr>
          <p:cNvPr id="436" name="fw13-extract-title">
            <a:extLst>
              <a:ext uri="{FF2B5EF4-FFF2-40B4-BE49-F238E27FC236}">
                <a16:creationId xmlns:a16="http://schemas.microsoft.com/office/drawing/2014/main" id="{17E6CD1E-581D-4C27-8DDA-5CFD54696980}"/>
              </a:ext>
            </a:extLst>
          </p:cNvPr>
          <p:cNvSpPr>
            <a:spLocks noGrp="1"/>
          </p:cNvSpPr>
          <p:nvPr/>
        </p:nvSpPr>
        <p:spPr>
          <a:xfrm>
            <a:off x="17526000" y="153543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92B3E"/>
                </a:solidFill>
                <a:latin typeface="Microsoft YaHei"/>
                <a:ea typeface="Microsoft YaHei"/>
                <a:cs typeface="Microsoft YaHei"/>
              </a:rPr>
              <a:t>提炼新约束模式</a:t>
            </a:r>
          </a:p>
        </p:txBody>
      </p:sp>
      <p:sp>
        <p:nvSpPr>
          <p:cNvPr id="437" name="fw13-extract-desc">
            <a:extLst>
              <a:ext uri="{FF2B5EF4-FFF2-40B4-BE49-F238E27FC236}">
                <a16:creationId xmlns:a16="http://schemas.microsoft.com/office/drawing/2014/main" id="{7ADAFAF8-DC01-45F7-946F-36D67F067741}"/>
              </a:ext>
            </a:extLst>
          </p:cNvPr>
          <p:cNvSpPr>
            <a:spLocks noGrp="1"/>
          </p:cNvSpPr>
          <p:nvPr/>
        </p:nvSpPr>
        <p:spPr>
          <a:xfrm>
            <a:off x="17526000" y="1580197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提炼 · 去重 · 验证</a:t>
            </a:r>
          </a:p>
        </p:txBody>
      </p:sp>
      <p:sp>
        <p:nvSpPr>
          <p:cNvPr id="439" name="ps14-agent-shell">
            <a:extLst>
              <a:ext uri="{FF2B5EF4-FFF2-40B4-BE49-F238E27FC236}">
                <a16:creationId xmlns:a16="http://schemas.microsoft.com/office/drawing/2014/main" id="{0E47B558-C4BB-489A-9661-A94371FAEAD2}"/>
              </a:ext>
            </a:extLst>
          </p:cNvPr>
          <p:cNvSpPr>
            <a:spLocks noGrp="1"/>
          </p:cNvSpPr>
          <p:nvPr/>
        </p:nvSpPr>
        <p:spPr>
          <a:xfrm>
            <a:off x="11210925" y="11858625"/>
            <a:ext cx="704850" cy="866775"/>
          </a:xfrm>
          <a:custGeom>
            <a:avLst/>
            <a:gdLst/>
            <a:ahLst/>
            <a:cxnLst/>
            <a:rect l="0" t="0" r="0" b="0"/>
            <a:pathLst>
              <a:path w="704850" h="866775">
                <a:moveTo>
                  <a:pt x="38100" y="781050"/>
                </a:moveTo>
                <a:lnTo>
                  <a:pt x="38100" y="342900"/>
                </a:lnTo>
                <a:cubicBezTo>
                  <a:pt x="38100" y="152400"/>
                  <a:pt x="161925" y="28575"/>
                  <a:pt x="352425" y="28575"/>
                </a:cubicBezTo>
                <a:cubicBezTo>
                  <a:pt x="542925" y="28575"/>
                  <a:pt x="666750" y="152400"/>
                  <a:pt x="666750" y="342900"/>
                </a:cubicBezTo>
                <a:lnTo>
                  <a:pt x="666750" y="781050"/>
                </a:lnTo>
                <a:cubicBezTo>
                  <a:pt x="533400" y="847725"/>
                  <a:pt x="171450" y="847725"/>
                  <a:pt x="38100" y="78105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30334F"/>
            </a:solidFill>
          </a:ln>
        </p:spPr>
      </p:sp>
      <p:sp>
        <p:nvSpPr>
          <p:cNvPr id="440" name="ps14-agent-face">
            <a:extLst>
              <a:ext uri="{FF2B5EF4-FFF2-40B4-BE49-F238E27FC236}">
                <a16:creationId xmlns:a16="http://schemas.microsoft.com/office/drawing/2014/main" id="{4F7A294C-6BD1-4F8C-98F1-4850969DDD54}"/>
              </a:ext>
            </a:extLst>
          </p:cNvPr>
          <p:cNvSpPr>
            <a:spLocks noGrp="1"/>
          </p:cNvSpPr>
          <p:nvPr/>
        </p:nvSpPr>
        <p:spPr>
          <a:xfrm>
            <a:off x="11334750" y="12030075"/>
            <a:ext cx="457200" cy="276225"/>
          </a:xfrm>
          <a:prstGeom prst="ellipse">
            <a:avLst/>
          </a:prstGeom>
          <a:solidFill>
            <a:srgbClr val="30334F"/>
          </a:solidFill>
          <a:ln w="14288">
            <a:solidFill>
              <a:srgbClr val="30334F"/>
            </a:solidFill>
          </a:ln>
        </p:spPr>
      </p:sp>
      <p:sp>
        <p:nvSpPr>
          <p:cNvPr id="441" name="ps14-agent-eye0">
            <a:extLst>
              <a:ext uri="{FF2B5EF4-FFF2-40B4-BE49-F238E27FC236}">
                <a16:creationId xmlns:a16="http://schemas.microsoft.com/office/drawing/2014/main" id="{96E915B8-CEAF-4DE2-BBC1-1FA622AEDB93}"/>
              </a:ext>
            </a:extLst>
          </p:cNvPr>
          <p:cNvSpPr>
            <a:spLocks noGrp="1"/>
          </p:cNvSpPr>
          <p:nvPr/>
        </p:nvSpPr>
        <p:spPr>
          <a:xfrm>
            <a:off x="11430000" y="12115800"/>
            <a:ext cx="66675" cy="66675"/>
          </a:xfrm>
          <a:prstGeom prst="ellipse">
            <a:avLst/>
          </a:prstGeom>
          <a:solidFill>
            <a:srgbClr val="F6F5FE"/>
          </a:solidFill>
          <a:ln w="0">
            <a:noFill/>
          </a:ln>
        </p:spPr>
      </p:sp>
      <p:sp>
        <p:nvSpPr>
          <p:cNvPr id="442" name="ps14-agent-eye1">
            <a:extLst>
              <a:ext uri="{FF2B5EF4-FFF2-40B4-BE49-F238E27FC236}">
                <a16:creationId xmlns:a16="http://schemas.microsoft.com/office/drawing/2014/main" id="{845802F4-5D29-4C0B-93C6-2D3EFF8CF0AA}"/>
              </a:ext>
            </a:extLst>
          </p:cNvPr>
          <p:cNvSpPr>
            <a:spLocks noGrp="1"/>
          </p:cNvSpPr>
          <p:nvPr/>
        </p:nvSpPr>
        <p:spPr>
          <a:xfrm>
            <a:off x="11639550" y="12115800"/>
            <a:ext cx="66675" cy="66675"/>
          </a:xfrm>
          <a:prstGeom prst="ellipse">
            <a:avLst/>
          </a:prstGeom>
          <a:solidFill>
            <a:srgbClr val="F6F5FE"/>
          </a:solidFill>
          <a:ln w="0">
            <a:noFill/>
          </a:ln>
        </p:spPr>
      </p:sp>
      <p:cxnSp>
        <p:nvCxnSpPr>
          <p:cNvPr id="443" name="ps14-agent-antenna0">
            <a:extLst>
              <a:ext uri="{FF2B5EF4-FFF2-40B4-BE49-F238E27FC236}">
                <a16:creationId xmlns:a16="http://schemas.microsoft.com/office/drawing/2014/main" id="{7911D0E3-CB2F-41BD-96DA-9C7B95C5AAC5}"/>
              </a:ext>
            </a:extLst>
          </p:cNvPr>
          <p:cNvCxnSpPr/>
          <p:nvPr/>
        </p:nvCxnSpPr>
        <p:spPr>
          <a:xfrm flipH="1" flipV="1">
            <a:off x="11372850" y="11763375"/>
            <a:ext cx="66675" cy="152400"/>
          </a:xfrm>
          <a:prstGeom prst="straightConnector1">
            <a:avLst/>
          </a:prstGeom>
          <a:ln w="26670">
            <a:solidFill>
              <a:srgbClr val="30334F"/>
            </a:solidFill>
          </a:ln>
        </p:spPr>
      </p:cxnSp>
      <p:cxnSp>
        <p:nvCxnSpPr>
          <p:cNvPr id="444" name="ps14-agent-antenna1">
            <a:extLst>
              <a:ext uri="{FF2B5EF4-FFF2-40B4-BE49-F238E27FC236}">
                <a16:creationId xmlns:a16="http://schemas.microsoft.com/office/drawing/2014/main" id="{7DC8107E-E33D-482F-A499-756A6AEB8906}"/>
              </a:ext>
            </a:extLst>
          </p:cNvPr>
          <p:cNvCxnSpPr/>
          <p:nvPr/>
        </p:nvCxnSpPr>
        <p:spPr>
          <a:xfrm flipV="1">
            <a:off x="11677650" y="11763375"/>
            <a:ext cx="57150" cy="152400"/>
          </a:xfrm>
          <a:prstGeom prst="straightConnector1">
            <a:avLst/>
          </a:prstGeom>
          <a:ln w="26670">
            <a:solidFill>
              <a:srgbClr val="30334F"/>
            </a:solidFill>
          </a:ln>
        </p:spPr>
      </p:cxnSp>
      <p:sp>
        <p:nvSpPr>
          <p:cNvPr id="445" name="ps14-agent-tip0">
            <a:extLst>
              <a:ext uri="{FF2B5EF4-FFF2-40B4-BE49-F238E27FC236}">
                <a16:creationId xmlns:a16="http://schemas.microsoft.com/office/drawing/2014/main" id="{6B447DD2-D87C-4327-BBBF-D9072BCA34A8}"/>
              </a:ext>
            </a:extLst>
          </p:cNvPr>
          <p:cNvSpPr>
            <a:spLocks noGrp="1"/>
          </p:cNvSpPr>
          <p:nvPr/>
        </p:nvSpPr>
        <p:spPr>
          <a:xfrm>
            <a:off x="11325225" y="11696700"/>
            <a:ext cx="95250" cy="95250"/>
          </a:xfrm>
          <a:prstGeom prst="ellipse">
            <a:avLst/>
          </a:prstGeom>
          <a:solidFill>
            <a:srgbClr val="E7E3F3"/>
          </a:solidFill>
          <a:ln w="22860">
            <a:solidFill>
              <a:srgbClr val="30334F"/>
            </a:solidFill>
          </a:ln>
        </p:spPr>
      </p:sp>
      <p:sp>
        <p:nvSpPr>
          <p:cNvPr id="446" name="ps14-agent-tip1">
            <a:extLst>
              <a:ext uri="{FF2B5EF4-FFF2-40B4-BE49-F238E27FC236}">
                <a16:creationId xmlns:a16="http://schemas.microsoft.com/office/drawing/2014/main" id="{BE7B2E31-CD1E-44FB-BE98-67DDBD4A1AF0}"/>
              </a:ext>
            </a:extLst>
          </p:cNvPr>
          <p:cNvSpPr>
            <a:spLocks noGrp="1"/>
          </p:cNvSpPr>
          <p:nvPr/>
        </p:nvSpPr>
        <p:spPr>
          <a:xfrm>
            <a:off x="11687175" y="11696700"/>
            <a:ext cx="95250" cy="95250"/>
          </a:xfrm>
          <a:prstGeom prst="ellipse">
            <a:avLst/>
          </a:prstGeom>
          <a:solidFill>
            <a:srgbClr val="E7E3F3"/>
          </a:solidFill>
          <a:ln w="22860">
            <a:solidFill>
              <a:srgbClr val="30334F"/>
            </a:solidFill>
          </a:ln>
        </p:spPr>
      </p:sp>
      <p:cxnSp>
        <p:nvCxnSpPr>
          <p:cNvPr id="447" name="ps14-agent-hand">
            <a:extLst>
              <a:ext uri="{FF2B5EF4-FFF2-40B4-BE49-F238E27FC236}">
                <a16:creationId xmlns:a16="http://schemas.microsoft.com/office/drawing/2014/main" id="{530E414F-830C-4867-BB49-0E6775738D7E}"/>
              </a:ext>
            </a:extLst>
          </p:cNvPr>
          <p:cNvCxnSpPr/>
          <p:nvPr/>
        </p:nvCxnSpPr>
        <p:spPr>
          <a:xfrm flipH="1" flipV="1">
            <a:off x="11201400" y="12325350"/>
            <a:ext cx="28575" cy="114300"/>
          </a:xfrm>
          <a:prstGeom prst="straightConnector1">
            <a:avLst/>
          </a:prstGeom>
          <a:ln w="26670">
            <a:solidFill>
              <a:srgbClr val="30334F"/>
            </a:solidFill>
          </a:ln>
        </p:spPr>
      </p:cxnSp>
      <p:sp>
        <p:nvSpPr>
          <p:cNvPr id="448" name="ps14-agent-lens">
            <a:extLst>
              <a:ext uri="{FF2B5EF4-FFF2-40B4-BE49-F238E27FC236}">
                <a16:creationId xmlns:a16="http://schemas.microsoft.com/office/drawing/2014/main" id="{F278CA22-29C4-44CD-A270-F111EE6C60DE}"/>
              </a:ext>
            </a:extLst>
          </p:cNvPr>
          <p:cNvSpPr>
            <a:spLocks noGrp="1"/>
          </p:cNvSpPr>
          <p:nvPr/>
        </p:nvSpPr>
        <p:spPr>
          <a:xfrm>
            <a:off x="11001375" y="12134850"/>
            <a:ext cx="276225" cy="276225"/>
          </a:xfrm>
          <a:prstGeom prst="ellipse">
            <a:avLst/>
          </a:prstGeom>
          <a:solidFill>
            <a:srgbClr val="E3EDF7"/>
          </a:solidFill>
          <a:ln w="23813">
            <a:solidFill>
              <a:srgbClr val="30334F"/>
            </a:solidFill>
          </a:ln>
        </p:spPr>
      </p:sp>
      <p:cxnSp>
        <p:nvCxnSpPr>
          <p:cNvPr id="449" name="ps14-agent-lens-handle">
            <a:extLst>
              <a:ext uri="{FF2B5EF4-FFF2-40B4-BE49-F238E27FC236}">
                <a16:creationId xmlns:a16="http://schemas.microsoft.com/office/drawing/2014/main" id="{B5800889-1123-49C8-9414-78E728226566}"/>
              </a:ext>
            </a:extLst>
          </p:cNvPr>
          <p:cNvCxnSpPr/>
          <p:nvPr/>
        </p:nvCxnSpPr>
        <p:spPr>
          <a:xfrm flipH="1">
            <a:off x="10925175" y="12372975"/>
            <a:ext cx="104775" cy="133350"/>
          </a:xfrm>
          <a:prstGeom prst="straightConnector1">
            <a:avLst/>
          </a:prstGeom>
          <a:ln w="38100">
            <a:solidFill>
              <a:srgbClr val="30334F"/>
            </a:solidFill>
          </a:ln>
        </p:spPr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48D4CEAA-A5AF-ACA0-F745-C4706132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69" y="4773931"/>
            <a:ext cx="9275662" cy="5220334"/>
          </a:xfrm>
          <a:prstGeom prst="rect">
            <a:avLst/>
          </a:prstGeom>
        </p:spPr>
      </p:pic>
      <p:sp>
        <p:nvSpPr>
          <p:cNvPr id="450" name="bg15-section-title">
            <a:extLst>
              <a:ext uri="{FF2B5EF4-FFF2-40B4-BE49-F238E27FC236}">
                <a16:creationId xmlns:a16="http://schemas.microsoft.com/office/drawing/2014/main" id="{724A9779-2101-4C9D-B3D5-C5C967898506}"/>
              </a:ext>
            </a:extLst>
          </p:cNvPr>
          <p:cNvSpPr>
            <a:spLocks noGrp="1"/>
          </p:cNvSpPr>
          <p:nvPr/>
        </p:nvSpPr>
        <p:spPr>
          <a:xfrm>
            <a:off x="10444350" y="4924901"/>
            <a:ext cx="9858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9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390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  <a:endParaRPr sz="3900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1" name="bg15-positioning">
            <a:extLst>
              <a:ext uri="{FF2B5EF4-FFF2-40B4-BE49-F238E27FC236}">
                <a16:creationId xmlns:a16="http://schemas.microsoft.com/office/drawing/2014/main" id="{5AE67189-5F6E-4590-9AE3-587C6A648CDE}"/>
              </a:ext>
            </a:extLst>
          </p:cNvPr>
          <p:cNvSpPr>
            <a:spLocks noGrp="1"/>
          </p:cNvSpPr>
          <p:nvPr/>
        </p:nvSpPr>
        <p:spPr>
          <a:xfrm>
            <a:off x="10477311" y="5771198"/>
            <a:ext cx="9858375" cy="1028700"/>
          </a:xfrm>
          <a:prstGeom prst="roundRect">
            <a:avLst>
              <a:gd name="adj" fmla="val 11111"/>
            </a:avLst>
          </a:prstGeom>
          <a:solidFill>
            <a:srgbClr val="DDF2ED"/>
          </a:solidFill>
          <a:ln w="19050">
            <a:solidFill>
              <a:srgbClr val="30334F"/>
            </a:solidFill>
          </a:ln>
        </p:spPr>
      </p:sp>
      <p:sp>
        <p:nvSpPr>
          <p:cNvPr id="452" name="bg15-positioning-text">
            <a:extLst>
              <a:ext uri="{FF2B5EF4-FFF2-40B4-BE49-F238E27FC236}">
                <a16:creationId xmlns:a16="http://schemas.microsoft.com/office/drawing/2014/main" id="{D0D94F74-FC81-4BFB-9E33-B35CF5682965}"/>
              </a:ext>
            </a:extLst>
          </p:cNvPr>
          <p:cNvSpPr>
            <a:spLocks noGrp="1"/>
          </p:cNvSpPr>
          <p:nvPr/>
        </p:nvSpPr>
        <p:spPr>
          <a:xfrm>
            <a:off x="10677336" y="5928361"/>
            <a:ext cx="94583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0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让 AI </a:t>
            </a:r>
            <a:r>
              <a:rPr sz="307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自动</a:t>
            </a:r>
            <a:r>
              <a:rPr lang="zh-CN" altLang="en-US" sz="307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校核、修正</a:t>
            </a:r>
            <a:r>
              <a:rPr sz="307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电力系统优化</a:t>
            </a:r>
            <a:r>
              <a:rPr lang="zh-CN" altLang="en-US" sz="307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307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的约束错误</a:t>
            </a:r>
            <a:endParaRPr sz="307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3" name="bg15-pain-card">
            <a:extLst>
              <a:ext uri="{FF2B5EF4-FFF2-40B4-BE49-F238E27FC236}">
                <a16:creationId xmlns:a16="http://schemas.microsoft.com/office/drawing/2014/main" id="{9BEECC44-70FE-47BB-8E4F-10A4CBFB911B}"/>
              </a:ext>
            </a:extLst>
          </p:cNvPr>
          <p:cNvSpPr>
            <a:spLocks noGrp="1"/>
          </p:cNvSpPr>
          <p:nvPr/>
        </p:nvSpPr>
        <p:spPr>
          <a:xfrm>
            <a:off x="10477500" y="6972300"/>
            <a:ext cx="4819650" cy="1790700"/>
          </a:xfrm>
          <a:prstGeom prst="roundRect">
            <a:avLst>
              <a:gd name="adj" fmla="val 7101"/>
            </a:avLst>
          </a:prstGeom>
          <a:solidFill>
            <a:srgbClr val="FFF3DD"/>
          </a:solidFill>
          <a:ln w="19050">
            <a:solidFill>
              <a:srgbClr val="30334F"/>
            </a:solidFill>
          </a:ln>
        </p:spPr>
      </p:sp>
      <p:sp>
        <p:nvSpPr>
          <p:cNvPr id="454" name="bg15-solution-card">
            <a:extLst>
              <a:ext uri="{FF2B5EF4-FFF2-40B4-BE49-F238E27FC236}">
                <a16:creationId xmlns:a16="http://schemas.microsoft.com/office/drawing/2014/main" id="{B84F06F6-5222-4D91-929E-B51F68A7E828}"/>
              </a:ext>
            </a:extLst>
          </p:cNvPr>
          <p:cNvSpPr>
            <a:spLocks noGrp="1"/>
          </p:cNvSpPr>
          <p:nvPr/>
        </p:nvSpPr>
        <p:spPr>
          <a:xfrm>
            <a:off x="15516225" y="6972300"/>
            <a:ext cx="4819650" cy="1790700"/>
          </a:xfrm>
          <a:prstGeom prst="roundRect">
            <a:avLst>
              <a:gd name="adj" fmla="val 7101"/>
            </a:avLst>
          </a:prstGeom>
          <a:solidFill>
            <a:srgbClr val="E5EFD9"/>
          </a:solidFill>
          <a:ln w="19050">
            <a:solidFill>
              <a:srgbClr val="30334F"/>
            </a:solidFill>
          </a:ln>
        </p:spPr>
      </p:sp>
      <p:sp>
        <p:nvSpPr>
          <p:cNvPr id="455" name="bg15-warning-triangle">
            <a:extLst>
              <a:ext uri="{FF2B5EF4-FFF2-40B4-BE49-F238E27FC236}">
                <a16:creationId xmlns:a16="http://schemas.microsoft.com/office/drawing/2014/main" id="{9A25A44C-6961-43FE-A7E4-3468485F85A1}"/>
              </a:ext>
            </a:extLst>
          </p:cNvPr>
          <p:cNvSpPr>
            <a:spLocks noGrp="1"/>
          </p:cNvSpPr>
          <p:nvPr/>
        </p:nvSpPr>
        <p:spPr>
          <a:xfrm>
            <a:off x="10706482" y="7124898"/>
            <a:ext cx="440820" cy="377190"/>
          </a:xfrm>
          <a:prstGeom prst="triangle">
            <a:avLst/>
          </a:prstGeom>
          <a:solidFill>
            <a:srgbClr val="F2D6A4"/>
          </a:solidFill>
          <a:ln w="21908">
            <a:solidFill>
              <a:srgbClr val="30334F"/>
            </a:solidFill>
          </a:ln>
        </p:spPr>
      </p:sp>
      <p:sp>
        <p:nvSpPr>
          <p:cNvPr id="456" name="bg15-warning-mark">
            <a:extLst>
              <a:ext uri="{FF2B5EF4-FFF2-40B4-BE49-F238E27FC236}">
                <a16:creationId xmlns:a16="http://schemas.microsoft.com/office/drawing/2014/main" id="{9637DAE1-1EA1-432B-BC0C-DBF43469AE1D}"/>
              </a:ext>
            </a:extLst>
          </p:cNvPr>
          <p:cNvSpPr>
            <a:spLocks noGrp="1"/>
          </p:cNvSpPr>
          <p:nvPr/>
        </p:nvSpPr>
        <p:spPr>
          <a:xfrm>
            <a:off x="10809740" y="7188478"/>
            <a:ext cx="209914" cy="3522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457" name="bg15-pain-title">
            <a:extLst>
              <a:ext uri="{FF2B5EF4-FFF2-40B4-BE49-F238E27FC236}">
                <a16:creationId xmlns:a16="http://schemas.microsoft.com/office/drawing/2014/main" id="{57954266-86AC-4F02-9D88-C5824A474082}"/>
              </a:ext>
            </a:extLst>
          </p:cNvPr>
          <p:cNvSpPr>
            <a:spLocks noGrp="1"/>
          </p:cNvSpPr>
          <p:nvPr/>
        </p:nvSpPr>
        <p:spPr>
          <a:xfrm>
            <a:off x="11249025" y="7096125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当前</a:t>
            </a:r>
            <a:r>
              <a:rPr sz="23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痛点</a:t>
            </a:r>
            <a:endParaRPr sz="23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8" name="bg15-pain-main">
            <a:extLst>
              <a:ext uri="{FF2B5EF4-FFF2-40B4-BE49-F238E27FC236}">
                <a16:creationId xmlns:a16="http://schemas.microsoft.com/office/drawing/2014/main" id="{C5450A05-3F8D-4889-900B-46ED1629238E}"/>
              </a:ext>
            </a:extLst>
          </p:cNvPr>
          <p:cNvSpPr>
            <a:spLocks noGrp="1"/>
          </p:cNvSpPr>
          <p:nvPr/>
        </p:nvSpPr>
        <p:spPr>
          <a:xfrm>
            <a:off x="10696575" y="75628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代码能运行</a:t>
            </a:r>
            <a:r>
              <a:rPr sz="2250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225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模型约束正确</a:t>
            </a:r>
            <a:endParaRPr sz="2250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0" name="bg15-skill-tile">
            <a:extLst>
              <a:ext uri="{FF2B5EF4-FFF2-40B4-BE49-F238E27FC236}">
                <a16:creationId xmlns:a16="http://schemas.microsoft.com/office/drawing/2014/main" id="{2EB703A9-BE2E-4ED5-9E7D-5ADF3F8087D3}"/>
              </a:ext>
            </a:extLst>
          </p:cNvPr>
          <p:cNvSpPr>
            <a:spLocks noGrp="1"/>
          </p:cNvSpPr>
          <p:nvPr/>
        </p:nvSpPr>
        <p:spPr>
          <a:xfrm>
            <a:off x="15744825" y="7143750"/>
            <a:ext cx="371475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21908">
            <a:solidFill>
              <a:srgbClr val="30334F"/>
            </a:solidFill>
          </a:ln>
        </p:spPr>
      </p:sp>
      <p:cxnSp>
        <p:nvCxnSpPr>
          <p:cNvPr id="461" name="bg15-skill-pin0">
            <a:extLst>
              <a:ext uri="{FF2B5EF4-FFF2-40B4-BE49-F238E27FC236}">
                <a16:creationId xmlns:a16="http://schemas.microsoft.com/office/drawing/2014/main" id="{488D3162-7271-43D4-856B-C162ED3A7B3E}"/>
              </a:ext>
            </a:extLst>
          </p:cNvPr>
          <p:cNvCxnSpPr/>
          <p:nvPr/>
        </p:nvCxnSpPr>
        <p:spPr>
          <a:xfrm>
            <a:off x="15830550" y="7086600"/>
            <a:ext cx="0" cy="57150"/>
          </a:xfrm>
          <a:prstGeom prst="straightConnector1">
            <a:avLst/>
          </a:prstGeom>
          <a:ln w="25718">
            <a:solidFill>
              <a:srgbClr val="30334F"/>
            </a:solidFill>
          </a:ln>
        </p:spPr>
      </p:cxnSp>
      <p:cxnSp>
        <p:nvCxnSpPr>
          <p:cNvPr id="462" name="bg15-skill-pin1">
            <a:extLst>
              <a:ext uri="{FF2B5EF4-FFF2-40B4-BE49-F238E27FC236}">
                <a16:creationId xmlns:a16="http://schemas.microsoft.com/office/drawing/2014/main" id="{CA7985FE-5A70-4FAD-9F5F-90EC102FF8BF}"/>
              </a:ext>
            </a:extLst>
          </p:cNvPr>
          <p:cNvCxnSpPr/>
          <p:nvPr/>
        </p:nvCxnSpPr>
        <p:spPr>
          <a:xfrm>
            <a:off x="16011525" y="7086600"/>
            <a:ext cx="0" cy="57150"/>
          </a:xfrm>
          <a:prstGeom prst="straightConnector1">
            <a:avLst/>
          </a:prstGeom>
          <a:ln w="25718">
            <a:solidFill>
              <a:srgbClr val="30334F"/>
            </a:solidFill>
          </a:ln>
        </p:spPr>
      </p:cxnSp>
      <p:sp>
        <p:nvSpPr>
          <p:cNvPr id="465" name="bg15-solution-title">
            <a:extLst>
              <a:ext uri="{FF2B5EF4-FFF2-40B4-BE49-F238E27FC236}">
                <a16:creationId xmlns:a16="http://schemas.microsoft.com/office/drawing/2014/main" id="{E1C8BEDA-97C4-47B5-8AB5-5B876310AAE0}"/>
              </a:ext>
            </a:extLst>
          </p:cNvPr>
          <p:cNvSpPr>
            <a:spLocks noGrp="1"/>
          </p:cNvSpPr>
          <p:nvPr/>
        </p:nvSpPr>
        <p:spPr>
          <a:xfrm>
            <a:off x="16287750" y="7096125"/>
            <a:ext cx="3848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本项目方案</a:t>
            </a:r>
          </a:p>
        </p:txBody>
      </p:sp>
      <p:sp>
        <p:nvSpPr>
          <p:cNvPr id="466" name="bg15-solution-main">
            <a:extLst>
              <a:ext uri="{FF2B5EF4-FFF2-40B4-BE49-F238E27FC236}">
                <a16:creationId xmlns:a16="http://schemas.microsoft.com/office/drawing/2014/main" id="{B5E66A6B-27F4-4302-8D67-119356DE1E1A}"/>
              </a:ext>
            </a:extLst>
          </p:cNvPr>
          <p:cNvSpPr>
            <a:spLocks noGrp="1"/>
          </p:cNvSpPr>
          <p:nvPr/>
        </p:nvSpPr>
        <p:spPr>
          <a:xfrm>
            <a:off x="15735300" y="75628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自学习</a:t>
            </a:r>
            <a:r>
              <a:rPr sz="2250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Skill+ </a:t>
            </a:r>
            <a:r>
              <a:rPr sz="2250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独立数值验证</a:t>
            </a:r>
            <a:endParaRPr sz="2250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8" name="bg15-use-card">
            <a:extLst>
              <a:ext uri="{FF2B5EF4-FFF2-40B4-BE49-F238E27FC236}">
                <a16:creationId xmlns:a16="http://schemas.microsoft.com/office/drawing/2014/main" id="{491F82A2-DEC9-4049-8259-4E5E45AAE447}"/>
              </a:ext>
            </a:extLst>
          </p:cNvPr>
          <p:cNvSpPr>
            <a:spLocks noGrp="1"/>
          </p:cNvSpPr>
          <p:nvPr/>
        </p:nvSpPr>
        <p:spPr>
          <a:xfrm>
            <a:off x="10477500" y="8886825"/>
            <a:ext cx="9858375" cy="1095375"/>
          </a:xfrm>
          <a:prstGeom prst="roundRect">
            <a:avLst>
              <a:gd name="adj" fmla="val 10435"/>
            </a:avLst>
          </a:prstGeom>
          <a:solidFill>
            <a:srgbClr val="F4F7FA"/>
          </a:solidFill>
          <a:ln w="19050">
            <a:solidFill>
              <a:srgbClr val="30334F"/>
            </a:solidFill>
          </a:ln>
        </p:spPr>
      </p:sp>
      <p:sp>
        <p:nvSpPr>
          <p:cNvPr id="469" name="bg15-use-title">
            <a:extLst>
              <a:ext uri="{FF2B5EF4-FFF2-40B4-BE49-F238E27FC236}">
                <a16:creationId xmlns:a16="http://schemas.microsoft.com/office/drawing/2014/main" id="{AA02D103-7217-4984-9FC2-F17937836E93}"/>
              </a:ext>
            </a:extLst>
          </p:cNvPr>
          <p:cNvSpPr>
            <a:spLocks noGrp="1"/>
          </p:cNvSpPr>
          <p:nvPr/>
        </p:nvSpPr>
        <p:spPr>
          <a:xfrm>
            <a:off x="10696575" y="893445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Quick to start</a:t>
            </a:r>
            <a:endParaRPr sz="2100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0" name="bg15-use-step-0">
            <a:extLst>
              <a:ext uri="{FF2B5EF4-FFF2-40B4-BE49-F238E27FC236}">
                <a16:creationId xmlns:a16="http://schemas.microsoft.com/office/drawing/2014/main" id="{E7638790-846C-4C07-A0C0-276CDF901676}"/>
              </a:ext>
            </a:extLst>
          </p:cNvPr>
          <p:cNvSpPr>
            <a:spLocks noGrp="1"/>
          </p:cNvSpPr>
          <p:nvPr/>
        </p:nvSpPr>
        <p:spPr>
          <a:xfrm>
            <a:off x="11136630" y="9365454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安装</a:t>
            </a:r>
            <a:r>
              <a:rPr sz="2025" b="1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 Skill</a:t>
            </a:r>
          </a:p>
        </p:txBody>
      </p:sp>
      <p:sp>
        <p:nvSpPr>
          <p:cNvPr id="471" name="bg15-use-step-1">
            <a:extLst>
              <a:ext uri="{FF2B5EF4-FFF2-40B4-BE49-F238E27FC236}">
                <a16:creationId xmlns:a16="http://schemas.microsoft.com/office/drawing/2014/main" id="{64BF6FB2-B2A1-4EDF-B4A9-1CA9180EB199}"/>
              </a:ext>
            </a:extLst>
          </p:cNvPr>
          <p:cNvSpPr>
            <a:spLocks noGrp="1"/>
          </p:cNvSpPr>
          <p:nvPr/>
        </p:nvSpPr>
        <p:spPr>
          <a:xfrm>
            <a:off x="13679805" y="9365454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接入项目</a:t>
            </a:r>
          </a:p>
        </p:txBody>
      </p:sp>
      <p:sp>
        <p:nvSpPr>
          <p:cNvPr id="472" name="bg15-use-step-2">
            <a:extLst>
              <a:ext uri="{FF2B5EF4-FFF2-40B4-BE49-F238E27FC236}">
                <a16:creationId xmlns:a16="http://schemas.microsoft.com/office/drawing/2014/main" id="{EFB74977-7E1D-444E-8738-1BDFB4C5046D}"/>
              </a:ext>
            </a:extLst>
          </p:cNvPr>
          <p:cNvSpPr>
            <a:spLocks noGrp="1"/>
          </p:cNvSpPr>
          <p:nvPr/>
        </p:nvSpPr>
        <p:spPr>
          <a:xfrm>
            <a:off x="16222980" y="9365454"/>
            <a:ext cx="22764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获取审计报告</a:t>
            </a:r>
            <a:endParaRPr sz="20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73" name="bg15-install-arrow-stem">
            <a:extLst>
              <a:ext uri="{FF2B5EF4-FFF2-40B4-BE49-F238E27FC236}">
                <a16:creationId xmlns:a16="http://schemas.microsoft.com/office/drawing/2014/main" id="{DFF357F7-7D8A-4B19-B031-28310EB26380}"/>
              </a:ext>
            </a:extLst>
          </p:cNvPr>
          <p:cNvCxnSpPr/>
          <p:nvPr/>
        </p:nvCxnSpPr>
        <p:spPr>
          <a:xfrm>
            <a:off x="10841355" y="9403554"/>
            <a:ext cx="0" cy="161925"/>
          </a:xfrm>
          <a:prstGeom prst="straightConnector1">
            <a:avLst/>
          </a:prstGeom>
          <a:ln w="22860">
            <a:solidFill>
              <a:srgbClr val="30334F"/>
            </a:solidFill>
            <a:tailEnd type="triangle" w="med" len="med"/>
          </a:ln>
        </p:spPr>
      </p:cxnSp>
      <p:cxnSp>
        <p:nvCxnSpPr>
          <p:cNvPr id="474" name="bg15-install-tray0">
            <a:extLst>
              <a:ext uri="{FF2B5EF4-FFF2-40B4-BE49-F238E27FC236}">
                <a16:creationId xmlns:a16="http://schemas.microsoft.com/office/drawing/2014/main" id="{79C4F144-B604-44DA-BC04-EBA17E9CD664}"/>
              </a:ext>
            </a:extLst>
          </p:cNvPr>
          <p:cNvCxnSpPr/>
          <p:nvPr/>
        </p:nvCxnSpPr>
        <p:spPr>
          <a:xfrm>
            <a:off x="10717530" y="9546429"/>
            <a:ext cx="0" cy="123825"/>
          </a:xfrm>
          <a:prstGeom prst="straightConnector1">
            <a:avLst/>
          </a:prstGeom>
          <a:ln w="25718">
            <a:solidFill>
              <a:srgbClr val="30334F"/>
            </a:solidFill>
          </a:ln>
        </p:spPr>
      </p:cxnSp>
      <p:cxnSp>
        <p:nvCxnSpPr>
          <p:cNvPr id="475" name="bg15-install-tray1">
            <a:extLst>
              <a:ext uri="{FF2B5EF4-FFF2-40B4-BE49-F238E27FC236}">
                <a16:creationId xmlns:a16="http://schemas.microsoft.com/office/drawing/2014/main" id="{D9FA114D-4B22-4A6D-B4B4-C9FBD92C339A}"/>
              </a:ext>
            </a:extLst>
          </p:cNvPr>
          <p:cNvCxnSpPr/>
          <p:nvPr/>
        </p:nvCxnSpPr>
        <p:spPr>
          <a:xfrm>
            <a:off x="10717530" y="9670254"/>
            <a:ext cx="247650" cy="0"/>
          </a:xfrm>
          <a:prstGeom prst="straightConnector1">
            <a:avLst/>
          </a:prstGeom>
          <a:ln w="25718">
            <a:solidFill>
              <a:srgbClr val="30334F"/>
            </a:solidFill>
          </a:ln>
        </p:spPr>
      </p:cxnSp>
      <p:cxnSp>
        <p:nvCxnSpPr>
          <p:cNvPr id="476" name="bg15-install-tray2">
            <a:extLst>
              <a:ext uri="{FF2B5EF4-FFF2-40B4-BE49-F238E27FC236}">
                <a16:creationId xmlns:a16="http://schemas.microsoft.com/office/drawing/2014/main" id="{46E48DD2-6F8E-4CB7-8F68-4FF552505707}"/>
              </a:ext>
            </a:extLst>
          </p:cNvPr>
          <p:cNvCxnSpPr/>
          <p:nvPr/>
        </p:nvCxnSpPr>
        <p:spPr>
          <a:xfrm flipV="1">
            <a:off x="10965180" y="9546429"/>
            <a:ext cx="0" cy="123825"/>
          </a:xfrm>
          <a:prstGeom prst="straightConnector1">
            <a:avLst/>
          </a:prstGeom>
          <a:ln w="25718">
            <a:solidFill>
              <a:srgbClr val="30334F"/>
            </a:solidFill>
          </a:ln>
        </p:spPr>
      </p:cxnSp>
      <p:sp>
        <p:nvSpPr>
          <p:cNvPr id="477" name="bg15-project-folder-tab">
            <a:extLst>
              <a:ext uri="{FF2B5EF4-FFF2-40B4-BE49-F238E27FC236}">
                <a16:creationId xmlns:a16="http://schemas.microsoft.com/office/drawing/2014/main" id="{E1961453-2E6E-44AD-B4D9-E5C095FA1530}"/>
              </a:ext>
            </a:extLst>
          </p:cNvPr>
          <p:cNvSpPr>
            <a:spLocks noGrp="1"/>
          </p:cNvSpPr>
          <p:nvPr/>
        </p:nvSpPr>
        <p:spPr>
          <a:xfrm>
            <a:off x="13260705" y="9422604"/>
            <a:ext cx="161925" cy="95250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19050">
            <a:solidFill>
              <a:srgbClr val="30334F"/>
            </a:solidFill>
          </a:ln>
        </p:spPr>
      </p:sp>
      <p:sp>
        <p:nvSpPr>
          <p:cNvPr id="478" name="bg15-project-folder">
            <a:extLst>
              <a:ext uri="{FF2B5EF4-FFF2-40B4-BE49-F238E27FC236}">
                <a16:creationId xmlns:a16="http://schemas.microsoft.com/office/drawing/2014/main" id="{EEC7F4D2-8BF1-4FEF-8398-FD96C55AC389}"/>
              </a:ext>
            </a:extLst>
          </p:cNvPr>
          <p:cNvSpPr>
            <a:spLocks noGrp="1"/>
          </p:cNvSpPr>
          <p:nvPr/>
        </p:nvSpPr>
        <p:spPr>
          <a:xfrm>
            <a:off x="13260705" y="9470229"/>
            <a:ext cx="304800" cy="219075"/>
          </a:xfrm>
          <a:prstGeom prst="roundRect">
            <a:avLst>
              <a:gd name="adj" fmla="val 50000"/>
            </a:avLst>
          </a:prstGeom>
          <a:solidFill>
            <a:srgbClr val="E3EDF7"/>
          </a:solidFill>
          <a:ln w="19050">
            <a:solidFill>
              <a:srgbClr val="30334F"/>
            </a:solidFill>
          </a:ln>
        </p:spPr>
      </p:sp>
      <p:sp>
        <p:nvSpPr>
          <p:cNvPr id="479" name="bg15-report-page">
            <a:extLst>
              <a:ext uri="{FF2B5EF4-FFF2-40B4-BE49-F238E27FC236}">
                <a16:creationId xmlns:a16="http://schemas.microsoft.com/office/drawing/2014/main" id="{16C5E976-1451-4769-8F3F-C181EDD1FC70}"/>
              </a:ext>
            </a:extLst>
          </p:cNvPr>
          <p:cNvSpPr>
            <a:spLocks noGrp="1"/>
          </p:cNvSpPr>
          <p:nvPr/>
        </p:nvSpPr>
        <p:spPr>
          <a:xfrm>
            <a:off x="15813405" y="9403554"/>
            <a:ext cx="257175" cy="29527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30334F"/>
            </a:solidFill>
          </a:ln>
        </p:spPr>
      </p:sp>
      <p:cxnSp>
        <p:nvCxnSpPr>
          <p:cNvPr id="480" name="bg15-report-line0">
            <a:extLst>
              <a:ext uri="{FF2B5EF4-FFF2-40B4-BE49-F238E27FC236}">
                <a16:creationId xmlns:a16="http://schemas.microsoft.com/office/drawing/2014/main" id="{85229968-A5A9-41E0-B46E-3278328F7D7C}"/>
              </a:ext>
            </a:extLst>
          </p:cNvPr>
          <p:cNvCxnSpPr/>
          <p:nvPr/>
        </p:nvCxnSpPr>
        <p:spPr>
          <a:xfrm>
            <a:off x="15880080" y="9460704"/>
            <a:ext cx="123825" cy="0"/>
          </a:xfrm>
          <a:prstGeom prst="straightConnector1">
            <a:avLst/>
          </a:prstGeom>
          <a:ln w="17145">
            <a:solidFill>
              <a:srgbClr val="596071"/>
            </a:solidFill>
          </a:ln>
        </p:spPr>
      </p:cxnSp>
      <p:cxnSp>
        <p:nvCxnSpPr>
          <p:cNvPr id="481" name="bg15-report-line1">
            <a:extLst>
              <a:ext uri="{FF2B5EF4-FFF2-40B4-BE49-F238E27FC236}">
                <a16:creationId xmlns:a16="http://schemas.microsoft.com/office/drawing/2014/main" id="{7C1CF865-2470-4535-A4B0-4A72694AFBD1}"/>
              </a:ext>
            </a:extLst>
          </p:cNvPr>
          <p:cNvCxnSpPr/>
          <p:nvPr/>
        </p:nvCxnSpPr>
        <p:spPr>
          <a:xfrm>
            <a:off x="15880080" y="9517854"/>
            <a:ext cx="123825" cy="0"/>
          </a:xfrm>
          <a:prstGeom prst="straightConnector1">
            <a:avLst/>
          </a:prstGeom>
          <a:ln w="17145">
            <a:solidFill>
              <a:srgbClr val="596071"/>
            </a:solidFill>
          </a:ln>
        </p:spPr>
      </p:cxnSp>
      <p:cxnSp>
        <p:nvCxnSpPr>
          <p:cNvPr id="482" name="bg15-report-check-a">
            <a:extLst>
              <a:ext uri="{FF2B5EF4-FFF2-40B4-BE49-F238E27FC236}">
                <a16:creationId xmlns:a16="http://schemas.microsoft.com/office/drawing/2014/main" id="{1F256BF1-236E-48FD-8F3F-D45F8C2456F3}"/>
              </a:ext>
            </a:extLst>
          </p:cNvPr>
          <p:cNvCxnSpPr/>
          <p:nvPr/>
        </p:nvCxnSpPr>
        <p:spPr>
          <a:xfrm>
            <a:off x="15956280" y="9630725"/>
            <a:ext cx="36671" cy="36671"/>
          </a:xfrm>
          <a:prstGeom prst="straightConnector1">
            <a:avLst/>
          </a:prstGeom>
          <a:ln w="24765">
            <a:solidFill>
              <a:srgbClr val="30334F"/>
            </a:solidFill>
          </a:ln>
        </p:spPr>
      </p:cxnSp>
      <p:cxnSp>
        <p:nvCxnSpPr>
          <p:cNvPr id="483" name="bg15-report-check-b">
            <a:extLst>
              <a:ext uri="{FF2B5EF4-FFF2-40B4-BE49-F238E27FC236}">
                <a16:creationId xmlns:a16="http://schemas.microsoft.com/office/drawing/2014/main" id="{2CF18C1C-15C2-4ADE-98DA-DEB4D282FB90}"/>
              </a:ext>
            </a:extLst>
          </p:cNvPr>
          <p:cNvCxnSpPr/>
          <p:nvPr/>
        </p:nvCxnSpPr>
        <p:spPr>
          <a:xfrm flipV="1">
            <a:off x="15992951" y="9578338"/>
            <a:ext cx="78581" cy="89059"/>
          </a:xfrm>
          <a:prstGeom prst="straightConnector1">
            <a:avLst/>
          </a:prstGeom>
          <a:ln w="24765">
            <a:solidFill>
              <a:srgbClr val="30334F"/>
            </a:solidFill>
          </a:ln>
        </p:spPr>
      </p:cxnSp>
      <p:cxnSp>
        <p:nvCxnSpPr>
          <p:cNvPr id="484" name="bg15-use-next0">
            <a:extLst>
              <a:ext uri="{FF2B5EF4-FFF2-40B4-BE49-F238E27FC236}">
                <a16:creationId xmlns:a16="http://schemas.microsoft.com/office/drawing/2014/main" id="{28E41B59-6BC4-43BD-97B9-7BE4B367524C}"/>
              </a:ext>
            </a:extLst>
          </p:cNvPr>
          <p:cNvCxnSpPr/>
          <p:nvPr/>
        </p:nvCxnSpPr>
        <p:spPr>
          <a:xfrm>
            <a:off x="12832080" y="9536904"/>
            <a:ext cx="257175" cy="0"/>
          </a:xfrm>
          <a:prstGeom prst="straightConnector1">
            <a:avLst/>
          </a:prstGeom>
          <a:ln w="22860">
            <a:solidFill>
              <a:srgbClr val="30334F"/>
            </a:solidFill>
            <a:tailEnd type="triangle" w="med" len="med"/>
          </a:ln>
        </p:spPr>
      </p:cxnSp>
      <p:cxnSp>
        <p:nvCxnSpPr>
          <p:cNvPr id="485" name="bg15-use-next1">
            <a:extLst>
              <a:ext uri="{FF2B5EF4-FFF2-40B4-BE49-F238E27FC236}">
                <a16:creationId xmlns:a16="http://schemas.microsoft.com/office/drawing/2014/main" id="{FC404BB1-7D64-4E69-A581-55C87198D53F}"/>
              </a:ext>
            </a:extLst>
          </p:cNvPr>
          <p:cNvCxnSpPr/>
          <p:nvPr/>
        </p:nvCxnSpPr>
        <p:spPr>
          <a:xfrm>
            <a:off x="15375255" y="9536904"/>
            <a:ext cx="257175" cy="0"/>
          </a:xfrm>
          <a:prstGeom prst="straightConnector1">
            <a:avLst/>
          </a:prstGeom>
          <a:ln w="22860">
            <a:solidFill>
              <a:srgbClr val="30334F"/>
            </a:solidFill>
            <a:tailEnd type="triangle" w="med" len="med"/>
          </a:ln>
        </p:spPr>
      </p:cxnSp>
      <p:sp>
        <p:nvSpPr>
          <p:cNvPr id="487" name="bg15-qr-white">
            <a:extLst>
              <a:ext uri="{FF2B5EF4-FFF2-40B4-BE49-F238E27FC236}">
                <a16:creationId xmlns:a16="http://schemas.microsoft.com/office/drawing/2014/main" id="{34E44C12-DFCA-4C68-876E-809A61B44D45}"/>
              </a:ext>
            </a:extLst>
          </p:cNvPr>
          <p:cNvSpPr>
            <a:spLocks noGrp="1"/>
          </p:cNvSpPr>
          <p:nvPr/>
        </p:nvSpPr>
        <p:spPr>
          <a:xfrm>
            <a:off x="19011900" y="8905875"/>
            <a:ext cx="956786" cy="95678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88" name="bg15-qr-0-0">
            <a:extLst>
              <a:ext uri="{FF2B5EF4-FFF2-40B4-BE49-F238E27FC236}">
                <a16:creationId xmlns:a16="http://schemas.microsoft.com/office/drawing/2014/main" id="{F7495EA6-1B42-4F2B-A99A-8A9508608E0B}"/>
              </a:ext>
            </a:extLst>
          </p:cNvPr>
          <p:cNvSpPr>
            <a:spLocks noGrp="1"/>
          </p:cNvSpPr>
          <p:nvPr/>
        </p:nvSpPr>
        <p:spPr>
          <a:xfrm>
            <a:off x="19105245" y="8999220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89" name="bg15-qr-0-9">
            <a:extLst>
              <a:ext uri="{FF2B5EF4-FFF2-40B4-BE49-F238E27FC236}">
                <a16:creationId xmlns:a16="http://schemas.microsoft.com/office/drawing/2014/main" id="{3D89142C-4FA3-4A27-81C2-307E057C7FD2}"/>
              </a:ext>
            </a:extLst>
          </p:cNvPr>
          <p:cNvSpPr>
            <a:spLocks noGrp="1"/>
          </p:cNvSpPr>
          <p:nvPr/>
        </p:nvSpPr>
        <p:spPr>
          <a:xfrm>
            <a:off x="19315271" y="899922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0" name="bg15-qr-0-11">
            <a:extLst>
              <a:ext uri="{FF2B5EF4-FFF2-40B4-BE49-F238E27FC236}">
                <a16:creationId xmlns:a16="http://schemas.microsoft.com/office/drawing/2014/main" id="{036F05B9-2370-44FA-9116-718BE5DB7E1F}"/>
              </a:ext>
            </a:extLst>
          </p:cNvPr>
          <p:cNvSpPr>
            <a:spLocks noGrp="1"/>
          </p:cNvSpPr>
          <p:nvPr/>
        </p:nvSpPr>
        <p:spPr>
          <a:xfrm>
            <a:off x="19361944" y="8999220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1" name="bg15-qr-0-14">
            <a:extLst>
              <a:ext uri="{FF2B5EF4-FFF2-40B4-BE49-F238E27FC236}">
                <a16:creationId xmlns:a16="http://schemas.microsoft.com/office/drawing/2014/main" id="{B3207084-99B8-42F7-A164-E2EEAE21A736}"/>
              </a:ext>
            </a:extLst>
          </p:cNvPr>
          <p:cNvSpPr>
            <a:spLocks noGrp="1"/>
          </p:cNvSpPr>
          <p:nvPr/>
        </p:nvSpPr>
        <p:spPr>
          <a:xfrm>
            <a:off x="19431953" y="899922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2" name="bg15-qr-0-16">
            <a:extLst>
              <a:ext uri="{FF2B5EF4-FFF2-40B4-BE49-F238E27FC236}">
                <a16:creationId xmlns:a16="http://schemas.microsoft.com/office/drawing/2014/main" id="{4FDFCF30-9E66-4905-984D-A46F1477C480}"/>
              </a:ext>
            </a:extLst>
          </p:cNvPr>
          <p:cNvSpPr>
            <a:spLocks noGrp="1"/>
          </p:cNvSpPr>
          <p:nvPr/>
        </p:nvSpPr>
        <p:spPr>
          <a:xfrm>
            <a:off x="19478625" y="899922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3" name="bg15-qr-0-18">
            <a:extLst>
              <a:ext uri="{FF2B5EF4-FFF2-40B4-BE49-F238E27FC236}">
                <a16:creationId xmlns:a16="http://schemas.microsoft.com/office/drawing/2014/main" id="{8A136CCC-1DA7-4E75-9D1F-BD471CD0AA1B}"/>
              </a:ext>
            </a:extLst>
          </p:cNvPr>
          <p:cNvSpPr>
            <a:spLocks noGrp="1"/>
          </p:cNvSpPr>
          <p:nvPr/>
        </p:nvSpPr>
        <p:spPr>
          <a:xfrm>
            <a:off x="19525298" y="8999220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4" name="bg15-qr-0-23">
            <a:extLst>
              <a:ext uri="{FF2B5EF4-FFF2-40B4-BE49-F238E27FC236}">
                <a16:creationId xmlns:a16="http://schemas.microsoft.com/office/drawing/2014/main" id="{CA893FF4-4E9A-4D88-9E1A-DD2704992BF4}"/>
              </a:ext>
            </a:extLst>
          </p:cNvPr>
          <p:cNvSpPr>
            <a:spLocks noGrp="1"/>
          </p:cNvSpPr>
          <p:nvPr/>
        </p:nvSpPr>
        <p:spPr>
          <a:xfrm>
            <a:off x="19641979" y="899922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5" name="bg15-qr-0-26">
            <a:extLst>
              <a:ext uri="{FF2B5EF4-FFF2-40B4-BE49-F238E27FC236}">
                <a16:creationId xmlns:a16="http://schemas.microsoft.com/office/drawing/2014/main" id="{3E69B779-4A00-4F54-BE0D-924E36A76520}"/>
              </a:ext>
            </a:extLst>
          </p:cNvPr>
          <p:cNvSpPr>
            <a:spLocks noGrp="1"/>
          </p:cNvSpPr>
          <p:nvPr/>
        </p:nvSpPr>
        <p:spPr>
          <a:xfrm>
            <a:off x="19711988" y="8999220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6" name="bg15-qr-1-0">
            <a:extLst>
              <a:ext uri="{FF2B5EF4-FFF2-40B4-BE49-F238E27FC236}">
                <a16:creationId xmlns:a16="http://schemas.microsoft.com/office/drawing/2014/main" id="{AEEECDDB-4FB5-4710-A606-3DA72F43A467}"/>
              </a:ext>
            </a:extLst>
          </p:cNvPr>
          <p:cNvSpPr>
            <a:spLocks noGrp="1"/>
          </p:cNvSpPr>
          <p:nvPr/>
        </p:nvSpPr>
        <p:spPr>
          <a:xfrm>
            <a:off x="19105245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7" name="bg15-qr-1-6">
            <a:extLst>
              <a:ext uri="{FF2B5EF4-FFF2-40B4-BE49-F238E27FC236}">
                <a16:creationId xmlns:a16="http://schemas.microsoft.com/office/drawing/2014/main" id="{FEA4AB9D-3BCD-4388-AD33-50DED03DA0C1}"/>
              </a:ext>
            </a:extLst>
          </p:cNvPr>
          <p:cNvSpPr>
            <a:spLocks noGrp="1"/>
          </p:cNvSpPr>
          <p:nvPr/>
        </p:nvSpPr>
        <p:spPr>
          <a:xfrm>
            <a:off x="19245263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8" name="bg15-qr-1-10">
            <a:extLst>
              <a:ext uri="{FF2B5EF4-FFF2-40B4-BE49-F238E27FC236}">
                <a16:creationId xmlns:a16="http://schemas.microsoft.com/office/drawing/2014/main" id="{0C2225A0-D53B-4DBD-A415-08A4E8684337}"/>
              </a:ext>
            </a:extLst>
          </p:cNvPr>
          <p:cNvSpPr>
            <a:spLocks noGrp="1"/>
          </p:cNvSpPr>
          <p:nvPr/>
        </p:nvSpPr>
        <p:spPr>
          <a:xfrm>
            <a:off x="19338608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499" name="bg15-qr-1-15">
            <a:extLst>
              <a:ext uri="{FF2B5EF4-FFF2-40B4-BE49-F238E27FC236}">
                <a16:creationId xmlns:a16="http://schemas.microsoft.com/office/drawing/2014/main" id="{3CCE2B37-9841-4055-9191-1D1C24018D25}"/>
              </a:ext>
            </a:extLst>
          </p:cNvPr>
          <p:cNvSpPr>
            <a:spLocks noGrp="1"/>
          </p:cNvSpPr>
          <p:nvPr/>
        </p:nvSpPr>
        <p:spPr>
          <a:xfrm>
            <a:off x="19455289" y="902255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0" name="bg15-qr-1-18">
            <a:extLst>
              <a:ext uri="{FF2B5EF4-FFF2-40B4-BE49-F238E27FC236}">
                <a16:creationId xmlns:a16="http://schemas.microsoft.com/office/drawing/2014/main" id="{C98D055C-D75A-4894-9C69-94392A71FD4D}"/>
              </a:ext>
            </a:extLst>
          </p:cNvPr>
          <p:cNvSpPr>
            <a:spLocks noGrp="1"/>
          </p:cNvSpPr>
          <p:nvPr/>
        </p:nvSpPr>
        <p:spPr>
          <a:xfrm>
            <a:off x="19525298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1" name="bg15-qr-1-20">
            <a:extLst>
              <a:ext uri="{FF2B5EF4-FFF2-40B4-BE49-F238E27FC236}">
                <a16:creationId xmlns:a16="http://schemas.microsoft.com/office/drawing/2014/main" id="{DD7D7B9C-82C8-4577-A893-4CFF351DEC25}"/>
              </a:ext>
            </a:extLst>
          </p:cNvPr>
          <p:cNvSpPr>
            <a:spLocks noGrp="1"/>
          </p:cNvSpPr>
          <p:nvPr/>
        </p:nvSpPr>
        <p:spPr>
          <a:xfrm>
            <a:off x="19571970" y="9022556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2" name="bg15-qr-1-26">
            <a:extLst>
              <a:ext uri="{FF2B5EF4-FFF2-40B4-BE49-F238E27FC236}">
                <a16:creationId xmlns:a16="http://schemas.microsoft.com/office/drawing/2014/main" id="{7E6D46FF-8AD7-4219-A7E4-E24CE9E6FF60}"/>
              </a:ext>
            </a:extLst>
          </p:cNvPr>
          <p:cNvSpPr>
            <a:spLocks noGrp="1"/>
          </p:cNvSpPr>
          <p:nvPr/>
        </p:nvSpPr>
        <p:spPr>
          <a:xfrm>
            <a:off x="19711988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3" name="bg15-qr-1-32">
            <a:extLst>
              <a:ext uri="{FF2B5EF4-FFF2-40B4-BE49-F238E27FC236}">
                <a16:creationId xmlns:a16="http://schemas.microsoft.com/office/drawing/2014/main" id="{C6B829E6-AC40-4CDE-B6D1-3226E542E243}"/>
              </a:ext>
            </a:extLst>
          </p:cNvPr>
          <p:cNvSpPr>
            <a:spLocks noGrp="1"/>
          </p:cNvSpPr>
          <p:nvPr/>
        </p:nvSpPr>
        <p:spPr>
          <a:xfrm>
            <a:off x="19852005" y="902255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4" name="bg15-qr-2-0">
            <a:extLst>
              <a:ext uri="{FF2B5EF4-FFF2-40B4-BE49-F238E27FC236}">
                <a16:creationId xmlns:a16="http://schemas.microsoft.com/office/drawing/2014/main" id="{106D2C77-7C47-47BD-94E5-392452822CD3}"/>
              </a:ext>
            </a:extLst>
          </p:cNvPr>
          <p:cNvSpPr>
            <a:spLocks noGrp="1"/>
          </p:cNvSpPr>
          <p:nvPr/>
        </p:nvSpPr>
        <p:spPr>
          <a:xfrm>
            <a:off x="19105245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5" name="bg15-qr-2-2">
            <a:extLst>
              <a:ext uri="{FF2B5EF4-FFF2-40B4-BE49-F238E27FC236}">
                <a16:creationId xmlns:a16="http://schemas.microsoft.com/office/drawing/2014/main" id="{D418CCF7-D3AD-48F2-A16E-36705FC00326}"/>
              </a:ext>
            </a:extLst>
          </p:cNvPr>
          <p:cNvSpPr>
            <a:spLocks noGrp="1"/>
          </p:cNvSpPr>
          <p:nvPr/>
        </p:nvSpPr>
        <p:spPr>
          <a:xfrm>
            <a:off x="19151918" y="9045893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6" name="bg15-qr-2-6">
            <a:extLst>
              <a:ext uri="{FF2B5EF4-FFF2-40B4-BE49-F238E27FC236}">
                <a16:creationId xmlns:a16="http://schemas.microsoft.com/office/drawing/2014/main" id="{B08170E1-E0D2-4890-8D08-6F8E3F0120DF}"/>
              </a:ext>
            </a:extLst>
          </p:cNvPr>
          <p:cNvSpPr>
            <a:spLocks noGrp="1"/>
          </p:cNvSpPr>
          <p:nvPr/>
        </p:nvSpPr>
        <p:spPr>
          <a:xfrm>
            <a:off x="19245263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7" name="bg15-qr-2-8">
            <a:extLst>
              <a:ext uri="{FF2B5EF4-FFF2-40B4-BE49-F238E27FC236}">
                <a16:creationId xmlns:a16="http://schemas.microsoft.com/office/drawing/2014/main" id="{2AEEC370-CA6E-448D-8040-653FE4C49591}"/>
              </a:ext>
            </a:extLst>
          </p:cNvPr>
          <p:cNvSpPr>
            <a:spLocks noGrp="1"/>
          </p:cNvSpPr>
          <p:nvPr/>
        </p:nvSpPr>
        <p:spPr>
          <a:xfrm>
            <a:off x="19291935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8" name="bg15-qr-2-10">
            <a:extLst>
              <a:ext uri="{FF2B5EF4-FFF2-40B4-BE49-F238E27FC236}">
                <a16:creationId xmlns:a16="http://schemas.microsoft.com/office/drawing/2014/main" id="{AE944EC9-A792-49EA-8892-116281A3E81D}"/>
              </a:ext>
            </a:extLst>
          </p:cNvPr>
          <p:cNvSpPr>
            <a:spLocks noGrp="1"/>
          </p:cNvSpPr>
          <p:nvPr/>
        </p:nvSpPr>
        <p:spPr>
          <a:xfrm>
            <a:off x="19338608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09" name="bg15-qr-2-12">
            <a:extLst>
              <a:ext uri="{FF2B5EF4-FFF2-40B4-BE49-F238E27FC236}">
                <a16:creationId xmlns:a16="http://schemas.microsoft.com/office/drawing/2014/main" id="{CF57B17D-8D80-4C67-B5EF-3BCF809D7A15}"/>
              </a:ext>
            </a:extLst>
          </p:cNvPr>
          <p:cNvSpPr>
            <a:spLocks noGrp="1"/>
          </p:cNvSpPr>
          <p:nvPr/>
        </p:nvSpPr>
        <p:spPr>
          <a:xfrm>
            <a:off x="19385280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0" name="bg15-qr-2-14">
            <a:extLst>
              <a:ext uri="{FF2B5EF4-FFF2-40B4-BE49-F238E27FC236}">
                <a16:creationId xmlns:a16="http://schemas.microsoft.com/office/drawing/2014/main" id="{33B973A0-69BB-4322-A62A-A76EF80027E9}"/>
              </a:ext>
            </a:extLst>
          </p:cNvPr>
          <p:cNvSpPr>
            <a:spLocks noGrp="1"/>
          </p:cNvSpPr>
          <p:nvPr/>
        </p:nvSpPr>
        <p:spPr>
          <a:xfrm>
            <a:off x="19431953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1" name="bg15-qr-2-16">
            <a:extLst>
              <a:ext uri="{FF2B5EF4-FFF2-40B4-BE49-F238E27FC236}">
                <a16:creationId xmlns:a16="http://schemas.microsoft.com/office/drawing/2014/main" id="{7508EE7B-8209-4E3D-85D9-287AA0A9E373}"/>
              </a:ext>
            </a:extLst>
          </p:cNvPr>
          <p:cNvSpPr>
            <a:spLocks noGrp="1"/>
          </p:cNvSpPr>
          <p:nvPr/>
        </p:nvSpPr>
        <p:spPr>
          <a:xfrm>
            <a:off x="19478625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2" name="bg15-qr-2-20">
            <a:extLst>
              <a:ext uri="{FF2B5EF4-FFF2-40B4-BE49-F238E27FC236}">
                <a16:creationId xmlns:a16="http://schemas.microsoft.com/office/drawing/2014/main" id="{7B94C1F4-10B8-4021-AF9F-94B5B732EF99}"/>
              </a:ext>
            </a:extLst>
          </p:cNvPr>
          <p:cNvSpPr>
            <a:spLocks noGrp="1"/>
          </p:cNvSpPr>
          <p:nvPr/>
        </p:nvSpPr>
        <p:spPr>
          <a:xfrm>
            <a:off x="19571970" y="904589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3" name="bg15-qr-2-26">
            <a:extLst>
              <a:ext uri="{FF2B5EF4-FFF2-40B4-BE49-F238E27FC236}">
                <a16:creationId xmlns:a16="http://schemas.microsoft.com/office/drawing/2014/main" id="{BA45F71D-B337-4738-A73F-3B9DACDD8A57}"/>
              </a:ext>
            </a:extLst>
          </p:cNvPr>
          <p:cNvSpPr>
            <a:spLocks noGrp="1"/>
          </p:cNvSpPr>
          <p:nvPr/>
        </p:nvSpPr>
        <p:spPr>
          <a:xfrm>
            <a:off x="19711988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4" name="bg15-qr-2-28">
            <a:extLst>
              <a:ext uri="{FF2B5EF4-FFF2-40B4-BE49-F238E27FC236}">
                <a16:creationId xmlns:a16="http://schemas.microsoft.com/office/drawing/2014/main" id="{BE308372-0B37-4689-9F18-8DFDC0A04A74}"/>
              </a:ext>
            </a:extLst>
          </p:cNvPr>
          <p:cNvSpPr>
            <a:spLocks noGrp="1"/>
          </p:cNvSpPr>
          <p:nvPr/>
        </p:nvSpPr>
        <p:spPr>
          <a:xfrm>
            <a:off x="19758660" y="9045893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5" name="bg15-qr-2-32">
            <a:extLst>
              <a:ext uri="{FF2B5EF4-FFF2-40B4-BE49-F238E27FC236}">
                <a16:creationId xmlns:a16="http://schemas.microsoft.com/office/drawing/2014/main" id="{27F5CD3E-DB0E-4A08-8FCD-C758CFFD8FEC}"/>
              </a:ext>
            </a:extLst>
          </p:cNvPr>
          <p:cNvSpPr>
            <a:spLocks noGrp="1"/>
          </p:cNvSpPr>
          <p:nvPr/>
        </p:nvSpPr>
        <p:spPr>
          <a:xfrm>
            <a:off x="19852005" y="904589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6" name="bg15-qr-3-0">
            <a:extLst>
              <a:ext uri="{FF2B5EF4-FFF2-40B4-BE49-F238E27FC236}">
                <a16:creationId xmlns:a16="http://schemas.microsoft.com/office/drawing/2014/main" id="{D1053D34-43A5-4E3B-9B53-9B137737FF70}"/>
              </a:ext>
            </a:extLst>
          </p:cNvPr>
          <p:cNvSpPr>
            <a:spLocks noGrp="1"/>
          </p:cNvSpPr>
          <p:nvPr/>
        </p:nvSpPr>
        <p:spPr>
          <a:xfrm>
            <a:off x="19105245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7" name="bg15-qr-3-2">
            <a:extLst>
              <a:ext uri="{FF2B5EF4-FFF2-40B4-BE49-F238E27FC236}">
                <a16:creationId xmlns:a16="http://schemas.microsoft.com/office/drawing/2014/main" id="{E631D340-9577-4C36-8594-28155365E01A}"/>
              </a:ext>
            </a:extLst>
          </p:cNvPr>
          <p:cNvSpPr>
            <a:spLocks noGrp="1"/>
          </p:cNvSpPr>
          <p:nvPr/>
        </p:nvSpPr>
        <p:spPr>
          <a:xfrm>
            <a:off x="19151918" y="9069229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8" name="bg15-qr-3-6">
            <a:extLst>
              <a:ext uri="{FF2B5EF4-FFF2-40B4-BE49-F238E27FC236}">
                <a16:creationId xmlns:a16="http://schemas.microsoft.com/office/drawing/2014/main" id="{B741F727-3C39-471B-893A-6BAD9FF4992A}"/>
              </a:ext>
            </a:extLst>
          </p:cNvPr>
          <p:cNvSpPr>
            <a:spLocks noGrp="1"/>
          </p:cNvSpPr>
          <p:nvPr/>
        </p:nvSpPr>
        <p:spPr>
          <a:xfrm>
            <a:off x="19245263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19" name="bg15-qr-3-8">
            <a:extLst>
              <a:ext uri="{FF2B5EF4-FFF2-40B4-BE49-F238E27FC236}">
                <a16:creationId xmlns:a16="http://schemas.microsoft.com/office/drawing/2014/main" id="{576F7104-8314-4736-AFF3-12ED209DC4EA}"/>
              </a:ext>
            </a:extLst>
          </p:cNvPr>
          <p:cNvSpPr>
            <a:spLocks noGrp="1"/>
          </p:cNvSpPr>
          <p:nvPr/>
        </p:nvSpPr>
        <p:spPr>
          <a:xfrm>
            <a:off x="19291935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0" name="bg15-qr-3-10">
            <a:extLst>
              <a:ext uri="{FF2B5EF4-FFF2-40B4-BE49-F238E27FC236}">
                <a16:creationId xmlns:a16="http://schemas.microsoft.com/office/drawing/2014/main" id="{5792852A-5A6A-45CB-A04C-AC37D5648201}"/>
              </a:ext>
            </a:extLst>
          </p:cNvPr>
          <p:cNvSpPr>
            <a:spLocks noGrp="1"/>
          </p:cNvSpPr>
          <p:nvPr/>
        </p:nvSpPr>
        <p:spPr>
          <a:xfrm>
            <a:off x="19338608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1" name="bg15-qr-3-18">
            <a:extLst>
              <a:ext uri="{FF2B5EF4-FFF2-40B4-BE49-F238E27FC236}">
                <a16:creationId xmlns:a16="http://schemas.microsoft.com/office/drawing/2014/main" id="{D7628BBA-729D-4744-A931-0A89D143E989}"/>
              </a:ext>
            </a:extLst>
          </p:cNvPr>
          <p:cNvSpPr>
            <a:spLocks noGrp="1"/>
          </p:cNvSpPr>
          <p:nvPr/>
        </p:nvSpPr>
        <p:spPr>
          <a:xfrm>
            <a:off x="19525298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2" name="bg15-qr-3-24">
            <a:extLst>
              <a:ext uri="{FF2B5EF4-FFF2-40B4-BE49-F238E27FC236}">
                <a16:creationId xmlns:a16="http://schemas.microsoft.com/office/drawing/2014/main" id="{D723A32F-BADD-493A-8249-FB608CB5F664}"/>
              </a:ext>
            </a:extLst>
          </p:cNvPr>
          <p:cNvSpPr>
            <a:spLocks noGrp="1"/>
          </p:cNvSpPr>
          <p:nvPr/>
        </p:nvSpPr>
        <p:spPr>
          <a:xfrm>
            <a:off x="19665315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3" name="bg15-qr-3-26">
            <a:extLst>
              <a:ext uri="{FF2B5EF4-FFF2-40B4-BE49-F238E27FC236}">
                <a16:creationId xmlns:a16="http://schemas.microsoft.com/office/drawing/2014/main" id="{A3F65399-C2F4-4AAE-ABA3-5A98F1A7BEA6}"/>
              </a:ext>
            </a:extLst>
          </p:cNvPr>
          <p:cNvSpPr>
            <a:spLocks noGrp="1"/>
          </p:cNvSpPr>
          <p:nvPr/>
        </p:nvSpPr>
        <p:spPr>
          <a:xfrm>
            <a:off x="19711988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4" name="bg15-qr-3-28">
            <a:extLst>
              <a:ext uri="{FF2B5EF4-FFF2-40B4-BE49-F238E27FC236}">
                <a16:creationId xmlns:a16="http://schemas.microsoft.com/office/drawing/2014/main" id="{4F7BEC80-DDE4-4D42-80DD-E2A5E1E0151E}"/>
              </a:ext>
            </a:extLst>
          </p:cNvPr>
          <p:cNvSpPr>
            <a:spLocks noGrp="1"/>
          </p:cNvSpPr>
          <p:nvPr/>
        </p:nvSpPr>
        <p:spPr>
          <a:xfrm>
            <a:off x="19758660" y="9069229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5" name="bg15-qr-3-32">
            <a:extLst>
              <a:ext uri="{FF2B5EF4-FFF2-40B4-BE49-F238E27FC236}">
                <a16:creationId xmlns:a16="http://schemas.microsoft.com/office/drawing/2014/main" id="{157E2BA1-8CA9-4B7F-A33C-B93EDBF259E4}"/>
              </a:ext>
            </a:extLst>
          </p:cNvPr>
          <p:cNvSpPr>
            <a:spLocks noGrp="1"/>
          </p:cNvSpPr>
          <p:nvPr/>
        </p:nvSpPr>
        <p:spPr>
          <a:xfrm>
            <a:off x="19852005" y="906922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6" name="bg15-qr-4-0">
            <a:extLst>
              <a:ext uri="{FF2B5EF4-FFF2-40B4-BE49-F238E27FC236}">
                <a16:creationId xmlns:a16="http://schemas.microsoft.com/office/drawing/2014/main" id="{8FAB937E-5FD0-406B-BF2B-7F645A2A6E6D}"/>
              </a:ext>
            </a:extLst>
          </p:cNvPr>
          <p:cNvSpPr>
            <a:spLocks noGrp="1"/>
          </p:cNvSpPr>
          <p:nvPr/>
        </p:nvSpPr>
        <p:spPr>
          <a:xfrm>
            <a:off x="19105245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7" name="bg15-qr-4-2">
            <a:extLst>
              <a:ext uri="{FF2B5EF4-FFF2-40B4-BE49-F238E27FC236}">
                <a16:creationId xmlns:a16="http://schemas.microsoft.com/office/drawing/2014/main" id="{3BBAC0E7-83E6-4B08-B4CE-66472767E73D}"/>
              </a:ext>
            </a:extLst>
          </p:cNvPr>
          <p:cNvSpPr>
            <a:spLocks noGrp="1"/>
          </p:cNvSpPr>
          <p:nvPr/>
        </p:nvSpPr>
        <p:spPr>
          <a:xfrm>
            <a:off x="19151918" y="909256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8" name="bg15-qr-4-6">
            <a:extLst>
              <a:ext uri="{FF2B5EF4-FFF2-40B4-BE49-F238E27FC236}">
                <a16:creationId xmlns:a16="http://schemas.microsoft.com/office/drawing/2014/main" id="{5D4D0BAA-9F4E-4765-AFC4-1E1F1905099D}"/>
              </a:ext>
            </a:extLst>
          </p:cNvPr>
          <p:cNvSpPr>
            <a:spLocks noGrp="1"/>
          </p:cNvSpPr>
          <p:nvPr/>
        </p:nvSpPr>
        <p:spPr>
          <a:xfrm>
            <a:off x="19245263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29" name="bg15-qr-4-8">
            <a:extLst>
              <a:ext uri="{FF2B5EF4-FFF2-40B4-BE49-F238E27FC236}">
                <a16:creationId xmlns:a16="http://schemas.microsoft.com/office/drawing/2014/main" id="{871173F0-6FE7-42A1-9B47-A4EF97BD38AF}"/>
              </a:ext>
            </a:extLst>
          </p:cNvPr>
          <p:cNvSpPr>
            <a:spLocks noGrp="1"/>
          </p:cNvSpPr>
          <p:nvPr/>
        </p:nvSpPr>
        <p:spPr>
          <a:xfrm>
            <a:off x="19291935" y="9092565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0" name="bg15-qr-4-11">
            <a:extLst>
              <a:ext uri="{FF2B5EF4-FFF2-40B4-BE49-F238E27FC236}">
                <a16:creationId xmlns:a16="http://schemas.microsoft.com/office/drawing/2014/main" id="{693020EA-57AA-4BF3-99B5-DBF3AC4ED8B1}"/>
              </a:ext>
            </a:extLst>
          </p:cNvPr>
          <p:cNvSpPr>
            <a:spLocks noGrp="1"/>
          </p:cNvSpPr>
          <p:nvPr/>
        </p:nvSpPr>
        <p:spPr>
          <a:xfrm>
            <a:off x="19361944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1" name="bg15-qr-4-14">
            <a:extLst>
              <a:ext uri="{FF2B5EF4-FFF2-40B4-BE49-F238E27FC236}">
                <a16:creationId xmlns:a16="http://schemas.microsoft.com/office/drawing/2014/main" id="{8BBAD72C-25D5-4CA6-9DA6-3C334F3583A4}"/>
              </a:ext>
            </a:extLst>
          </p:cNvPr>
          <p:cNvSpPr>
            <a:spLocks noGrp="1"/>
          </p:cNvSpPr>
          <p:nvPr/>
        </p:nvSpPr>
        <p:spPr>
          <a:xfrm>
            <a:off x="19431953" y="9092565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2" name="bg15-qr-4-20">
            <a:extLst>
              <a:ext uri="{FF2B5EF4-FFF2-40B4-BE49-F238E27FC236}">
                <a16:creationId xmlns:a16="http://schemas.microsoft.com/office/drawing/2014/main" id="{DC95C5E4-1E05-48D4-9219-8BE281CB8808}"/>
              </a:ext>
            </a:extLst>
          </p:cNvPr>
          <p:cNvSpPr>
            <a:spLocks noGrp="1"/>
          </p:cNvSpPr>
          <p:nvPr/>
        </p:nvSpPr>
        <p:spPr>
          <a:xfrm>
            <a:off x="19571970" y="9092565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3" name="bg15-qr-4-23">
            <a:extLst>
              <a:ext uri="{FF2B5EF4-FFF2-40B4-BE49-F238E27FC236}">
                <a16:creationId xmlns:a16="http://schemas.microsoft.com/office/drawing/2014/main" id="{DD3C302F-DBA6-4AE2-97EE-9170ADF1B5EC}"/>
              </a:ext>
            </a:extLst>
          </p:cNvPr>
          <p:cNvSpPr>
            <a:spLocks noGrp="1"/>
          </p:cNvSpPr>
          <p:nvPr/>
        </p:nvSpPr>
        <p:spPr>
          <a:xfrm>
            <a:off x="19641979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4" name="bg15-qr-4-26">
            <a:extLst>
              <a:ext uri="{FF2B5EF4-FFF2-40B4-BE49-F238E27FC236}">
                <a16:creationId xmlns:a16="http://schemas.microsoft.com/office/drawing/2014/main" id="{D48D711A-0186-4A9E-BD59-4A9BB4D869C6}"/>
              </a:ext>
            </a:extLst>
          </p:cNvPr>
          <p:cNvSpPr>
            <a:spLocks noGrp="1"/>
          </p:cNvSpPr>
          <p:nvPr/>
        </p:nvSpPr>
        <p:spPr>
          <a:xfrm>
            <a:off x="19711988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5" name="bg15-qr-4-28">
            <a:extLst>
              <a:ext uri="{FF2B5EF4-FFF2-40B4-BE49-F238E27FC236}">
                <a16:creationId xmlns:a16="http://schemas.microsoft.com/office/drawing/2014/main" id="{1F287BCA-289D-4044-A5BD-489C8FD45576}"/>
              </a:ext>
            </a:extLst>
          </p:cNvPr>
          <p:cNvSpPr>
            <a:spLocks noGrp="1"/>
          </p:cNvSpPr>
          <p:nvPr/>
        </p:nvSpPr>
        <p:spPr>
          <a:xfrm>
            <a:off x="19758660" y="909256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6" name="bg15-qr-4-32">
            <a:extLst>
              <a:ext uri="{FF2B5EF4-FFF2-40B4-BE49-F238E27FC236}">
                <a16:creationId xmlns:a16="http://schemas.microsoft.com/office/drawing/2014/main" id="{575F6CF9-2BDF-4FB8-8ED0-C060DB165033}"/>
              </a:ext>
            </a:extLst>
          </p:cNvPr>
          <p:cNvSpPr>
            <a:spLocks noGrp="1"/>
          </p:cNvSpPr>
          <p:nvPr/>
        </p:nvSpPr>
        <p:spPr>
          <a:xfrm>
            <a:off x="19852005" y="909256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7" name="bg15-qr-5-0">
            <a:extLst>
              <a:ext uri="{FF2B5EF4-FFF2-40B4-BE49-F238E27FC236}">
                <a16:creationId xmlns:a16="http://schemas.microsoft.com/office/drawing/2014/main" id="{2061FC06-47A1-469D-B4BE-5C0826AB3DC5}"/>
              </a:ext>
            </a:extLst>
          </p:cNvPr>
          <p:cNvSpPr>
            <a:spLocks noGrp="1"/>
          </p:cNvSpPr>
          <p:nvPr/>
        </p:nvSpPr>
        <p:spPr>
          <a:xfrm>
            <a:off x="19105245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8" name="bg15-qr-5-6">
            <a:extLst>
              <a:ext uri="{FF2B5EF4-FFF2-40B4-BE49-F238E27FC236}">
                <a16:creationId xmlns:a16="http://schemas.microsoft.com/office/drawing/2014/main" id="{DB00C9E5-D647-4D5A-A56D-DB1C15756466}"/>
              </a:ext>
            </a:extLst>
          </p:cNvPr>
          <p:cNvSpPr>
            <a:spLocks noGrp="1"/>
          </p:cNvSpPr>
          <p:nvPr/>
        </p:nvSpPr>
        <p:spPr>
          <a:xfrm>
            <a:off x="19245263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39" name="bg15-qr-5-8">
            <a:extLst>
              <a:ext uri="{FF2B5EF4-FFF2-40B4-BE49-F238E27FC236}">
                <a16:creationId xmlns:a16="http://schemas.microsoft.com/office/drawing/2014/main" id="{BD7DE836-13CA-4EF4-AB54-63FC41533E68}"/>
              </a:ext>
            </a:extLst>
          </p:cNvPr>
          <p:cNvSpPr>
            <a:spLocks noGrp="1"/>
          </p:cNvSpPr>
          <p:nvPr/>
        </p:nvSpPr>
        <p:spPr>
          <a:xfrm>
            <a:off x="19291935" y="9115901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0" name="bg15-qr-5-13">
            <a:extLst>
              <a:ext uri="{FF2B5EF4-FFF2-40B4-BE49-F238E27FC236}">
                <a16:creationId xmlns:a16="http://schemas.microsoft.com/office/drawing/2014/main" id="{58ADE4F6-31A7-44BB-B8A3-69A74A30FEE9}"/>
              </a:ext>
            </a:extLst>
          </p:cNvPr>
          <p:cNvSpPr>
            <a:spLocks noGrp="1"/>
          </p:cNvSpPr>
          <p:nvPr/>
        </p:nvSpPr>
        <p:spPr>
          <a:xfrm>
            <a:off x="19408616" y="9115901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1" name="bg15-qr-5-17">
            <a:extLst>
              <a:ext uri="{FF2B5EF4-FFF2-40B4-BE49-F238E27FC236}">
                <a16:creationId xmlns:a16="http://schemas.microsoft.com/office/drawing/2014/main" id="{B96981D9-8B9C-4206-8E30-5B8E09F20A8C}"/>
              </a:ext>
            </a:extLst>
          </p:cNvPr>
          <p:cNvSpPr>
            <a:spLocks noGrp="1"/>
          </p:cNvSpPr>
          <p:nvPr/>
        </p:nvSpPr>
        <p:spPr>
          <a:xfrm>
            <a:off x="19501961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2" name="bg15-qr-5-19">
            <a:extLst>
              <a:ext uri="{FF2B5EF4-FFF2-40B4-BE49-F238E27FC236}">
                <a16:creationId xmlns:a16="http://schemas.microsoft.com/office/drawing/2014/main" id="{B615EF14-681B-465A-9314-BE2902C48C45}"/>
              </a:ext>
            </a:extLst>
          </p:cNvPr>
          <p:cNvSpPr>
            <a:spLocks noGrp="1"/>
          </p:cNvSpPr>
          <p:nvPr/>
        </p:nvSpPr>
        <p:spPr>
          <a:xfrm>
            <a:off x="19548634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3" name="bg15-qr-5-26">
            <a:extLst>
              <a:ext uri="{FF2B5EF4-FFF2-40B4-BE49-F238E27FC236}">
                <a16:creationId xmlns:a16="http://schemas.microsoft.com/office/drawing/2014/main" id="{2514CC8B-02DF-47BD-94D6-AAA4E36CEA5F}"/>
              </a:ext>
            </a:extLst>
          </p:cNvPr>
          <p:cNvSpPr>
            <a:spLocks noGrp="1"/>
          </p:cNvSpPr>
          <p:nvPr/>
        </p:nvSpPr>
        <p:spPr>
          <a:xfrm>
            <a:off x="19711988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4" name="bg15-qr-5-32">
            <a:extLst>
              <a:ext uri="{FF2B5EF4-FFF2-40B4-BE49-F238E27FC236}">
                <a16:creationId xmlns:a16="http://schemas.microsoft.com/office/drawing/2014/main" id="{61E68FB5-8FCA-4830-8B6B-A46D65DCA423}"/>
              </a:ext>
            </a:extLst>
          </p:cNvPr>
          <p:cNvSpPr>
            <a:spLocks noGrp="1"/>
          </p:cNvSpPr>
          <p:nvPr/>
        </p:nvSpPr>
        <p:spPr>
          <a:xfrm>
            <a:off x="19852005" y="911590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5" name="bg15-qr-6-0">
            <a:extLst>
              <a:ext uri="{FF2B5EF4-FFF2-40B4-BE49-F238E27FC236}">
                <a16:creationId xmlns:a16="http://schemas.microsoft.com/office/drawing/2014/main" id="{42D936CE-2ED0-4371-965E-4246847F9839}"/>
              </a:ext>
            </a:extLst>
          </p:cNvPr>
          <p:cNvSpPr>
            <a:spLocks noGrp="1"/>
          </p:cNvSpPr>
          <p:nvPr/>
        </p:nvSpPr>
        <p:spPr>
          <a:xfrm>
            <a:off x="19105245" y="9139238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6" name="bg15-qr-6-8">
            <a:extLst>
              <a:ext uri="{FF2B5EF4-FFF2-40B4-BE49-F238E27FC236}">
                <a16:creationId xmlns:a16="http://schemas.microsoft.com/office/drawing/2014/main" id="{F71A1F50-08AB-4D7D-BD97-D89E1E3B4140}"/>
              </a:ext>
            </a:extLst>
          </p:cNvPr>
          <p:cNvSpPr>
            <a:spLocks noGrp="1"/>
          </p:cNvSpPr>
          <p:nvPr/>
        </p:nvSpPr>
        <p:spPr>
          <a:xfrm>
            <a:off x="19291935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7" name="bg15-qr-6-10">
            <a:extLst>
              <a:ext uri="{FF2B5EF4-FFF2-40B4-BE49-F238E27FC236}">
                <a16:creationId xmlns:a16="http://schemas.microsoft.com/office/drawing/2014/main" id="{60BE37B2-1A95-4458-87B0-07BB1C76B41E}"/>
              </a:ext>
            </a:extLst>
          </p:cNvPr>
          <p:cNvSpPr>
            <a:spLocks noGrp="1"/>
          </p:cNvSpPr>
          <p:nvPr/>
        </p:nvSpPr>
        <p:spPr>
          <a:xfrm>
            <a:off x="19338608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8" name="bg15-qr-6-12">
            <a:extLst>
              <a:ext uri="{FF2B5EF4-FFF2-40B4-BE49-F238E27FC236}">
                <a16:creationId xmlns:a16="http://schemas.microsoft.com/office/drawing/2014/main" id="{FDD1E87E-8521-4338-A5CB-70820F2E8BEF}"/>
              </a:ext>
            </a:extLst>
          </p:cNvPr>
          <p:cNvSpPr>
            <a:spLocks noGrp="1"/>
          </p:cNvSpPr>
          <p:nvPr/>
        </p:nvSpPr>
        <p:spPr>
          <a:xfrm>
            <a:off x="19385280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49" name="bg15-qr-6-14">
            <a:extLst>
              <a:ext uri="{FF2B5EF4-FFF2-40B4-BE49-F238E27FC236}">
                <a16:creationId xmlns:a16="http://schemas.microsoft.com/office/drawing/2014/main" id="{2E34E0D1-E16D-4D3F-AC08-610C07059CB2}"/>
              </a:ext>
            </a:extLst>
          </p:cNvPr>
          <p:cNvSpPr>
            <a:spLocks noGrp="1"/>
          </p:cNvSpPr>
          <p:nvPr/>
        </p:nvSpPr>
        <p:spPr>
          <a:xfrm>
            <a:off x="19431953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0" name="bg15-qr-6-16">
            <a:extLst>
              <a:ext uri="{FF2B5EF4-FFF2-40B4-BE49-F238E27FC236}">
                <a16:creationId xmlns:a16="http://schemas.microsoft.com/office/drawing/2014/main" id="{5C2D44DC-E055-4808-9843-7F73DADEAB3E}"/>
              </a:ext>
            </a:extLst>
          </p:cNvPr>
          <p:cNvSpPr>
            <a:spLocks noGrp="1"/>
          </p:cNvSpPr>
          <p:nvPr/>
        </p:nvSpPr>
        <p:spPr>
          <a:xfrm>
            <a:off x="19478625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1" name="bg15-qr-6-18">
            <a:extLst>
              <a:ext uri="{FF2B5EF4-FFF2-40B4-BE49-F238E27FC236}">
                <a16:creationId xmlns:a16="http://schemas.microsoft.com/office/drawing/2014/main" id="{1A20D63B-2F66-4B9E-BED9-37E7D01E0A7B}"/>
              </a:ext>
            </a:extLst>
          </p:cNvPr>
          <p:cNvSpPr>
            <a:spLocks noGrp="1"/>
          </p:cNvSpPr>
          <p:nvPr/>
        </p:nvSpPr>
        <p:spPr>
          <a:xfrm>
            <a:off x="19525298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2" name="bg15-qr-6-20">
            <a:extLst>
              <a:ext uri="{FF2B5EF4-FFF2-40B4-BE49-F238E27FC236}">
                <a16:creationId xmlns:a16="http://schemas.microsoft.com/office/drawing/2014/main" id="{2AD23007-6746-42D4-8930-8B71C7F9D53C}"/>
              </a:ext>
            </a:extLst>
          </p:cNvPr>
          <p:cNvSpPr>
            <a:spLocks noGrp="1"/>
          </p:cNvSpPr>
          <p:nvPr/>
        </p:nvSpPr>
        <p:spPr>
          <a:xfrm>
            <a:off x="19571970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3" name="bg15-qr-6-22">
            <a:extLst>
              <a:ext uri="{FF2B5EF4-FFF2-40B4-BE49-F238E27FC236}">
                <a16:creationId xmlns:a16="http://schemas.microsoft.com/office/drawing/2014/main" id="{9DC26AE4-0D72-4A28-9184-F6551C14F03D}"/>
              </a:ext>
            </a:extLst>
          </p:cNvPr>
          <p:cNvSpPr>
            <a:spLocks noGrp="1"/>
          </p:cNvSpPr>
          <p:nvPr/>
        </p:nvSpPr>
        <p:spPr>
          <a:xfrm>
            <a:off x="19618643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4" name="bg15-qr-6-24">
            <a:extLst>
              <a:ext uri="{FF2B5EF4-FFF2-40B4-BE49-F238E27FC236}">
                <a16:creationId xmlns:a16="http://schemas.microsoft.com/office/drawing/2014/main" id="{2A5F2525-70E2-4DDF-85CF-502CE50F659C}"/>
              </a:ext>
            </a:extLst>
          </p:cNvPr>
          <p:cNvSpPr>
            <a:spLocks noGrp="1"/>
          </p:cNvSpPr>
          <p:nvPr/>
        </p:nvSpPr>
        <p:spPr>
          <a:xfrm>
            <a:off x="19665315" y="913923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5" name="bg15-qr-6-26">
            <a:extLst>
              <a:ext uri="{FF2B5EF4-FFF2-40B4-BE49-F238E27FC236}">
                <a16:creationId xmlns:a16="http://schemas.microsoft.com/office/drawing/2014/main" id="{CD452DB8-062F-446B-AF3E-EC14751CF46A}"/>
              </a:ext>
            </a:extLst>
          </p:cNvPr>
          <p:cNvSpPr>
            <a:spLocks noGrp="1"/>
          </p:cNvSpPr>
          <p:nvPr/>
        </p:nvSpPr>
        <p:spPr>
          <a:xfrm>
            <a:off x="19711988" y="9139238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6" name="bg15-qr-7-8">
            <a:extLst>
              <a:ext uri="{FF2B5EF4-FFF2-40B4-BE49-F238E27FC236}">
                <a16:creationId xmlns:a16="http://schemas.microsoft.com/office/drawing/2014/main" id="{E6B6ABEA-F1B5-4C19-872C-19D41F5BFDD9}"/>
              </a:ext>
            </a:extLst>
          </p:cNvPr>
          <p:cNvSpPr>
            <a:spLocks noGrp="1"/>
          </p:cNvSpPr>
          <p:nvPr/>
        </p:nvSpPr>
        <p:spPr>
          <a:xfrm>
            <a:off x="19291935" y="9162574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7" name="bg15-qr-7-14">
            <a:extLst>
              <a:ext uri="{FF2B5EF4-FFF2-40B4-BE49-F238E27FC236}">
                <a16:creationId xmlns:a16="http://schemas.microsoft.com/office/drawing/2014/main" id="{4C2B1AD4-54C7-4122-8753-7EC053F8E13C}"/>
              </a:ext>
            </a:extLst>
          </p:cNvPr>
          <p:cNvSpPr>
            <a:spLocks noGrp="1"/>
          </p:cNvSpPr>
          <p:nvPr/>
        </p:nvSpPr>
        <p:spPr>
          <a:xfrm>
            <a:off x="19431953" y="916257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8" name="bg15-qr-7-16">
            <a:extLst>
              <a:ext uri="{FF2B5EF4-FFF2-40B4-BE49-F238E27FC236}">
                <a16:creationId xmlns:a16="http://schemas.microsoft.com/office/drawing/2014/main" id="{798204A1-2E0E-4464-A605-5B79F47CA767}"/>
              </a:ext>
            </a:extLst>
          </p:cNvPr>
          <p:cNvSpPr>
            <a:spLocks noGrp="1"/>
          </p:cNvSpPr>
          <p:nvPr/>
        </p:nvSpPr>
        <p:spPr>
          <a:xfrm>
            <a:off x="19478625" y="916257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59" name="bg15-qr-7-18">
            <a:extLst>
              <a:ext uri="{FF2B5EF4-FFF2-40B4-BE49-F238E27FC236}">
                <a16:creationId xmlns:a16="http://schemas.microsoft.com/office/drawing/2014/main" id="{F82065D9-049F-4267-986B-6622A7C712A0}"/>
              </a:ext>
            </a:extLst>
          </p:cNvPr>
          <p:cNvSpPr>
            <a:spLocks noGrp="1"/>
          </p:cNvSpPr>
          <p:nvPr/>
        </p:nvSpPr>
        <p:spPr>
          <a:xfrm>
            <a:off x="19525298" y="9162574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0" name="bg15-qr-8-0">
            <a:extLst>
              <a:ext uri="{FF2B5EF4-FFF2-40B4-BE49-F238E27FC236}">
                <a16:creationId xmlns:a16="http://schemas.microsoft.com/office/drawing/2014/main" id="{6A477F34-6E63-47EF-BEA6-107BEAF7DC32}"/>
              </a:ext>
            </a:extLst>
          </p:cNvPr>
          <p:cNvSpPr>
            <a:spLocks noGrp="1"/>
          </p:cNvSpPr>
          <p:nvPr/>
        </p:nvSpPr>
        <p:spPr>
          <a:xfrm>
            <a:off x="19105245" y="918591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1" name="bg15-qr-8-2">
            <a:extLst>
              <a:ext uri="{FF2B5EF4-FFF2-40B4-BE49-F238E27FC236}">
                <a16:creationId xmlns:a16="http://schemas.microsoft.com/office/drawing/2014/main" id="{6EF31032-6084-403E-9983-8D810FF9E471}"/>
              </a:ext>
            </a:extLst>
          </p:cNvPr>
          <p:cNvSpPr>
            <a:spLocks noGrp="1"/>
          </p:cNvSpPr>
          <p:nvPr/>
        </p:nvSpPr>
        <p:spPr>
          <a:xfrm>
            <a:off x="19151918" y="9185910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2" name="bg15-qr-8-9">
            <a:extLst>
              <a:ext uri="{FF2B5EF4-FFF2-40B4-BE49-F238E27FC236}">
                <a16:creationId xmlns:a16="http://schemas.microsoft.com/office/drawing/2014/main" id="{F4459B0F-2390-4496-9137-86C5EE01BD34}"/>
              </a:ext>
            </a:extLst>
          </p:cNvPr>
          <p:cNvSpPr>
            <a:spLocks noGrp="1"/>
          </p:cNvSpPr>
          <p:nvPr/>
        </p:nvSpPr>
        <p:spPr>
          <a:xfrm>
            <a:off x="19315271" y="918591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3" name="bg15-qr-8-11">
            <a:extLst>
              <a:ext uri="{FF2B5EF4-FFF2-40B4-BE49-F238E27FC236}">
                <a16:creationId xmlns:a16="http://schemas.microsoft.com/office/drawing/2014/main" id="{A4ACE158-5E96-499B-89BC-B24C65BCE4E5}"/>
              </a:ext>
            </a:extLst>
          </p:cNvPr>
          <p:cNvSpPr>
            <a:spLocks noGrp="1"/>
          </p:cNvSpPr>
          <p:nvPr/>
        </p:nvSpPr>
        <p:spPr>
          <a:xfrm>
            <a:off x="19361944" y="918591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4" name="bg15-qr-8-13">
            <a:extLst>
              <a:ext uri="{FF2B5EF4-FFF2-40B4-BE49-F238E27FC236}">
                <a16:creationId xmlns:a16="http://schemas.microsoft.com/office/drawing/2014/main" id="{5E6F478C-1167-435E-95BF-BA010F2B57E9}"/>
              </a:ext>
            </a:extLst>
          </p:cNvPr>
          <p:cNvSpPr>
            <a:spLocks noGrp="1"/>
          </p:cNvSpPr>
          <p:nvPr/>
        </p:nvSpPr>
        <p:spPr>
          <a:xfrm>
            <a:off x="19408616" y="9185910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5" name="bg15-qr-8-17">
            <a:extLst>
              <a:ext uri="{FF2B5EF4-FFF2-40B4-BE49-F238E27FC236}">
                <a16:creationId xmlns:a16="http://schemas.microsoft.com/office/drawing/2014/main" id="{D91C80D3-1384-4FE0-8F97-2A75507DA727}"/>
              </a:ext>
            </a:extLst>
          </p:cNvPr>
          <p:cNvSpPr>
            <a:spLocks noGrp="1"/>
          </p:cNvSpPr>
          <p:nvPr/>
        </p:nvSpPr>
        <p:spPr>
          <a:xfrm>
            <a:off x="19501961" y="918591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6" name="bg15-qr-8-19">
            <a:extLst>
              <a:ext uri="{FF2B5EF4-FFF2-40B4-BE49-F238E27FC236}">
                <a16:creationId xmlns:a16="http://schemas.microsoft.com/office/drawing/2014/main" id="{EF1E6DC5-F813-4BDB-A09A-BC0BC097AEE4}"/>
              </a:ext>
            </a:extLst>
          </p:cNvPr>
          <p:cNvSpPr>
            <a:spLocks noGrp="1"/>
          </p:cNvSpPr>
          <p:nvPr/>
        </p:nvSpPr>
        <p:spPr>
          <a:xfrm>
            <a:off x="19548634" y="918591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7" name="bg15-qr-8-26">
            <a:extLst>
              <a:ext uri="{FF2B5EF4-FFF2-40B4-BE49-F238E27FC236}">
                <a16:creationId xmlns:a16="http://schemas.microsoft.com/office/drawing/2014/main" id="{9C773D41-394B-400F-93AB-7D4C4207D013}"/>
              </a:ext>
            </a:extLst>
          </p:cNvPr>
          <p:cNvSpPr>
            <a:spLocks noGrp="1"/>
          </p:cNvSpPr>
          <p:nvPr/>
        </p:nvSpPr>
        <p:spPr>
          <a:xfrm>
            <a:off x="19711988" y="9185910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8" name="bg15-qr-9-0">
            <a:extLst>
              <a:ext uri="{FF2B5EF4-FFF2-40B4-BE49-F238E27FC236}">
                <a16:creationId xmlns:a16="http://schemas.microsoft.com/office/drawing/2014/main" id="{E1D4D5D0-47AD-4080-AB86-028A08BD56BF}"/>
              </a:ext>
            </a:extLst>
          </p:cNvPr>
          <p:cNvSpPr>
            <a:spLocks noGrp="1"/>
          </p:cNvSpPr>
          <p:nvPr/>
        </p:nvSpPr>
        <p:spPr>
          <a:xfrm>
            <a:off x="19105245" y="920924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69" name="bg15-qr-9-3">
            <a:extLst>
              <a:ext uri="{FF2B5EF4-FFF2-40B4-BE49-F238E27FC236}">
                <a16:creationId xmlns:a16="http://schemas.microsoft.com/office/drawing/2014/main" id="{262ADDC2-BD12-4EF1-A6DD-10316D67CB2A}"/>
              </a:ext>
            </a:extLst>
          </p:cNvPr>
          <p:cNvSpPr>
            <a:spLocks noGrp="1"/>
          </p:cNvSpPr>
          <p:nvPr/>
        </p:nvSpPr>
        <p:spPr>
          <a:xfrm>
            <a:off x="19175254" y="920924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0" name="bg15-qr-9-7">
            <a:extLst>
              <a:ext uri="{FF2B5EF4-FFF2-40B4-BE49-F238E27FC236}">
                <a16:creationId xmlns:a16="http://schemas.microsoft.com/office/drawing/2014/main" id="{2170D03A-43ED-401B-BF20-739742F22AB2}"/>
              </a:ext>
            </a:extLst>
          </p:cNvPr>
          <p:cNvSpPr>
            <a:spLocks noGrp="1"/>
          </p:cNvSpPr>
          <p:nvPr/>
        </p:nvSpPr>
        <p:spPr>
          <a:xfrm>
            <a:off x="19268599" y="920924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1" name="bg15-qr-9-13">
            <a:extLst>
              <a:ext uri="{FF2B5EF4-FFF2-40B4-BE49-F238E27FC236}">
                <a16:creationId xmlns:a16="http://schemas.microsoft.com/office/drawing/2014/main" id="{6A594EF0-7B57-4F6C-BC2B-105788CBFD51}"/>
              </a:ext>
            </a:extLst>
          </p:cNvPr>
          <p:cNvSpPr>
            <a:spLocks noGrp="1"/>
          </p:cNvSpPr>
          <p:nvPr/>
        </p:nvSpPr>
        <p:spPr>
          <a:xfrm>
            <a:off x="19408616" y="920924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2" name="bg15-qr-9-16">
            <a:extLst>
              <a:ext uri="{FF2B5EF4-FFF2-40B4-BE49-F238E27FC236}">
                <a16:creationId xmlns:a16="http://schemas.microsoft.com/office/drawing/2014/main" id="{60EBE8B2-B626-458A-A773-F3AFC5525B14}"/>
              </a:ext>
            </a:extLst>
          </p:cNvPr>
          <p:cNvSpPr>
            <a:spLocks noGrp="1"/>
          </p:cNvSpPr>
          <p:nvPr/>
        </p:nvSpPr>
        <p:spPr>
          <a:xfrm>
            <a:off x="19478625" y="9209246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3" name="bg15-qr-9-23">
            <a:extLst>
              <a:ext uri="{FF2B5EF4-FFF2-40B4-BE49-F238E27FC236}">
                <a16:creationId xmlns:a16="http://schemas.microsoft.com/office/drawing/2014/main" id="{2E209EE3-9D90-40D4-8A34-BE85A2C532E4}"/>
              </a:ext>
            </a:extLst>
          </p:cNvPr>
          <p:cNvSpPr>
            <a:spLocks noGrp="1"/>
          </p:cNvSpPr>
          <p:nvPr/>
        </p:nvSpPr>
        <p:spPr>
          <a:xfrm>
            <a:off x="19641979" y="920924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4" name="bg15-qr-9-26">
            <a:extLst>
              <a:ext uri="{FF2B5EF4-FFF2-40B4-BE49-F238E27FC236}">
                <a16:creationId xmlns:a16="http://schemas.microsoft.com/office/drawing/2014/main" id="{EBA47B13-CD53-474D-8677-9DD7050347FA}"/>
              </a:ext>
            </a:extLst>
          </p:cNvPr>
          <p:cNvSpPr>
            <a:spLocks noGrp="1"/>
          </p:cNvSpPr>
          <p:nvPr/>
        </p:nvSpPr>
        <p:spPr>
          <a:xfrm>
            <a:off x="19711988" y="920924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5" name="bg15-qr-9-29">
            <a:extLst>
              <a:ext uri="{FF2B5EF4-FFF2-40B4-BE49-F238E27FC236}">
                <a16:creationId xmlns:a16="http://schemas.microsoft.com/office/drawing/2014/main" id="{BEEAE3A6-E269-4255-B4F8-A8C77428C56C}"/>
              </a:ext>
            </a:extLst>
          </p:cNvPr>
          <p:cNvSpPr>
            <a:spLocks noGrp="1"/>
          </p:cNvSpPr>
          <p:nvPr/>
        </p:nvSpPr>
        <p:spPr>
          <a:xfrm>
            <a:off x="19781996" y="9209246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6" name="bg15-qr-10-0">
            <a:extLst>
              <a:ext uri="{FF2B5EF4-FFF2-40B4-BE49-F238E27FC236}">
                <a16:creationId xmlns:a16="http://schemas.microsoft.com/office/drawing/2014/main" id="{F729A693-EF69-429C-A3DB-412047E9E913}"/>
              </a:ext>
            </a:extLst>
          </p:cNvPr>
          <p:cNvSpPr>
            <a:spLocks noGrp="1"/>
          </p:cNvSpPr>
          <p:nvPr/>
        </p:nvSpPr>
        <p:spPr>
          <a:xfrm>
            <a:off x="19105245" y="923258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7" name="bg15-qr-10-2">
            <a:extLst>
              <a:ext uri="{FF2B5EF4-FFF2-40B4-BE49-F238E27FC236}">
                <a16:creationId xmlns:a16="http://schemas.microsoft.com/office/drawing/2014/main" id="{69F5E366-1901-414F-A59E-28E7BFEBFB32}"/>
              </a:ext>
            </a:extLst>
          </p:cNvPr>
          <p:cNvSpPr>
            <a:spLocks noGrp="1"/>
          </p:cNvSpPr>
          <p:nvPr/>
        </p:nvSpPr>
        <p:spPr>
          <a:xfrm>
            <a:off x="19151918" y="923258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8" name="bg15-qr-10-4">
            <a:extLst>
              <a:ext uri="{FF2B5EF4-FFF2-40B4-BE49-F238E27FC236}">
                <a16:creationId xmlns:a16="http://schemas.microsoft.com/office/drawing/2014/main" id="{39EB165F-A002-402B-A8CC-EBF250589BAD}"/>
              </a:ext>
            </a:extLst>
          </p:cNvPr>
          <p:cNvSpPr>
            <a:spLocks noGrp="1"/>
          </p:cNvSpPr>
          <p:nvPr/>
        </p:nvSpPr>
        <p:spPr>
          <a:xfrm>
            <a:off x="19198590" y="923258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79" name="bg15-qr-10-6">
            <a:extLst>
              <a:ext uri="{FF2B5EF4-FFF2-40B4-BE49-F238E27FC236}">
                <a16:creationId xmlns:a16="http://schemas.microsoft.com/office/drawing/2014/main" id="{78B0F7D7-A39B-4A98-A041-16292469FDB0}"/>
              </a:ext>
            </a:extLst>
          </p:cNvPr>
          <p:cNvSpPr>
            <a:spLocks noGrp="1"/>
          </p:cNvSpPr>
          <p:nvPr/>
        </p:nvSpPr>
        <p:spPr>
          <a:xfrm>
            <a:off x="19245263" y="923258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0" name="bg15-qr-10-11">
            <a:extLst>
              <a:ext uri="{FF2B5EF4-FFF2-40B4-BE49-F238E27FC236}">
                <a16:creationId xmlns:a16="http://schemas.microsoft.com/office/drawing/2014/main" id="{E6D8BF7D-1595-47D2-86CB-EE0152BAD861}"/>
              </a:ext>
            </a:extLst>
          </p:cNvPr>
          <p:cNvSpPr>
            <a:spLocks noGrp="1"/>
          </p:cNvSpPr>
          <p:nvPr/>
        </p:nvSpPr>
        <p:spPr>
          <a:xfrm>
            <a:off x="19361944" y="9232583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1" name="bg15-qr-10-17">
            <a:extLst>
              <a:ext uri="{FF2B5EF4-FFF2-40B4-BE49-F238E27FC236}">
                <a16:creationId xmlns:a16="http://schemas.microsoft.com/office/drawing/2014/main" id="{226820CE-0AD5-446A-A732-64A7678B1FC4}"/>
              </a:ext>
            </a:extLst>
          </p:cNvPr>
          <p:cNvSpPr>
            <a:spLocks noGrp="1"/>
          </p:cNvSpPr>
          <p:nvPr/>
        </p:nvSpPr>
        <p:spPr>
          <a:xfrm>
            <a:off x="19501961" y="923258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2" name="bg15-qr-10-21">
            <a:extLst>
              <a:ext uri="{FF2B5EF4-FFF2-40B4-BE49-F238E27FC236}">
                <a16:creationId xmlns:a16="http://schemas.microsoft.com/office/drawing/2014/main" id="{49E3A0B1-58AA-4FAF-B6B0-C8BA24848606}"/>
              </a:ext>
            </a:extLst>
          </p:cNvPr>
          <p:cNvSpPr>
            <a:spLocks noGrp="1"/>
          </p:cNvSpPr>
          <p:nvPr/>
        </p:nvSpPr>
        <p:spPr>
          <a:xfrm>
            <a:off x="19595306" y="923258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3" name="bg15-qr-10-24">
            <a:extLst>
              <a:ext uri="{FF2B5EF4-FFF2-40B4-BE49-F238E27FC236}">
                <a16:creationId xmlns:a16="http://schemas.microsoft.com/office/drawing/2014/main" id="{9777506D-DD84-4DFB-B8CB-86C35DAD74FC}"/>
              </a:ext>
            </a:extLst>
          </p:cNvPr>
          <p:cNvSpPr>
            <a:spLocks noGrp="1"/>
          </p:cNvSpPr>
          <p:nvPr/>
        </p:nvSpPr>
        <p:spPr>
          <a:xfrm>
            <a:off x="19665315" y="9232583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4" name="bg15-qr-10-28">
            <a:extLst>
              <a:ext uri="{FF2B5EF4-FFF2-40B4-BE49-F238E27FC236}">
                <a16:creationId xmlns:a16="http://schemas.microsoft.com/office/drawing/2014/main" id="{67EC933B-D2A3-4E0C-B8B1-E55133B5BEBC}"/>
              </a:ext>
            </a:extLst>
          </p:cNvPr>
          <p:cNvSpPr>
            <a:spLocks noGrp="1"/>
          </p:cNvSpPr>
          <p:nvPr/>
        </p:nvSpPr>
        <p:spPr>
          <a:xfrm>
            <a:off x="19758660" y="923258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5" name="bg15-qr-10-30">
            <a:extLst>
              <a:ext uri="{FF2B5EF4-FFF2-40B4-BE49-F238E27FC236}">
                <a16:creationId xmlns:a16="http://schemas.microsoft.com/office/drawing/2014/main" id="{7DBAEAC6-D206-4923-A74F-4DF8414F4A66}"/>
              </a:ext>
            </a:extLst>
          </p:cNvPr>
          <p:cNvSpPr>
            <a:spLocks noGrp="1"/>
          </p:cNvSpPr>
          <p:nvPr/>
        </p:nvSpPr>
        <p:spPr>
          <a:xfrm>
            <a:off x="19805333" y="923258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6" name="bg15-qr-11-0">
            <a:extLst>
              <a:ext uri="{FF2B5EF4-FFF2-40B4-BE49-F238E27FC236}">
                <a16:creationId xmlns:a16="http://schemas.microsoft.com/office/drawing/2014/main" id="{1E6D9103-26D0-4686-9181-101A4320ECF8}"/>
              </a:ext>
            </a:extLst>
          </p:cNvPr>
          <p:cNvSpPr>
            <a:spLocks noGrp="1"/>
          </p:cNvSpPr>
          <p:nvPr/>
        </p:nvSpPr>
        <p:spPr>
          <a:xfrm>
            <a:off x="19105245" y="925591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7" name="bg15-qr-11-5">
            <a:extLst>
              <a:ext uri="{FF2B5EF4-FFF2-40B4-BE49-F238E27FC236}">
                <a16:creationId xmlns:a16="http://schemas.microsoft.com/office/drawing/2014/main" id="{70ACC902-24A8-44B7-B7AF-659704DDBE64}"/>
              </a:ext>
            </a:extLst>
          </p:cNvPr>
          <p:cNvSpPr>
            <a:spLocks noGrp="1"/>
          </p:cNvSpPr>
          <p:nvPr/>
        </p:nvSpPr>
        <p:spPr>
          <a:xfrm>
            <a:off x="19221926" y="925591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8" name="bg15-qr-11-7">
            <a:extLst>
              <a:ext uri="{FF2B5EF4-FFF2-40B4-BE49-F238E27FC236}">
                <a16:creationId xmlns:a16="http://schemas.microsoft.com/office/drawing/2014/main" id="{C6A23D02-043F-4960-94F0-36E65E66BA1E}"/>
              </a:ext>
            </a:extLst>
          </p:cNvPr>
          <p:cNvSpPr>
            <a:spLocks noGrp="1"/>
          </p:cNvSpPr>
          <p:nvPr/>
        </p:nvSpPr>
        <p:spPr>
          <a:xfrm>
            <a:off x="19268599" y="925591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89" name="bg15-qr-11-9">
            <a:extLst>
              <a:ext uri="{FF2B5EF4-FFF2-40B4-BE49-F238E27FC236}">
                <a16:creationId xmlns:a16="http://schemas.microsoft.com/office/drawing/2014/main" id="{AD6B0497-9305-4D8A-A957-A2B6A4F19428}"/>
              </a:ext>
            </a:extLst>
          </p:cNvPr>
          <p:cNvSpPr>
            <a:spLocks noGrp="1"/>
          </p:cNvSpPr>
          <p:nvPr/>
        </p:nvSpPr>
        <p:spPr>
          <a:xfrm>
            <a:off x="19315271" y="925591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0" name="bg15-qr-11-12">
            <a:extLst>
              <a:ext uri="{FF2B5EF4-FFF2-40B4-BE49-F238E27FC236}">
                <a16:creationId xmlns:a16="http://schemas.microsoft.com/office/drawing/2014/main" id="{24E00B22-FFB7-43F0-B984-5EA5F9FBC0F3}"/>
              </a:ext>
            </a:extLst>
          </p:cNvPr>
          <p:cNvSpPr>
            <a:spLocks noGrp="1"/>
          </p:cNvSpPr>
          <p:nvPr/>
        </p:nvSpPr>
        <p:spPr>
          <a:xfrm>
            <a:off x="19385280" y="9255919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1" name="bg15-qr-11-15">
            <a:extLst>
              <a:ext uri="{FF2B5EF4-FFF2-40B4-BE49-F238E27FC236}">
                <a16:creationId xmlns:a16="http://schemas.microsoft.com/office/drawing/2014/main" id="{618A95D8-48E8-4FEB-BE5C-532E1F333A7B}"/>
              </a:ext>
            </a:extLst>
          </p:cNvPr>
          <p:cNvSpPr>
            <a:spLocks noGrp="1"/>
          </p:cNvSpPr>
          <p:nvPr/>
        </p:nvSpPr>
        <p:spPr>
          <a:xfrm>
            <a:off x="19455289" y="925591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2" name="bg15-qr-11-17">
            <a:extLst>
              <a:ext uri="{FF2B5EF4-FFF2-40B4-BE49-F238E27FC236}">
                <a16:creationId xmlns:a16="http://schemas.microsoft.com/office/drawing/2014/main" id="{9E2AB30F-9E50-40E1-B9C5-E915FBC66E3A}"/>
              </a:ext>
            </a:extLst>
          </p:cNvPr>
          <p:cNvSpPr>
            <a:spLocks noGrp="1"/>
          </p:cNvSpPr>
          <p:nvPr/>
        </p:nvSpPr>
        <p:spPr>
          <a:xfrm>
            <a:off x="19501961" y="9255919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3" name="bg15-qr-11-20">
            <a:extLst>
              <a:ext uri="{FF2B5EF4-FFF2-40B4-BE49-F238E27FC236}">
                <a16:creationId xmlns:a16="http://schemas.microsoft.com/office/drawing/2014/main" id="{5A521FAA-D99E-4724-9C63-457C2AA9F674}"/>
              </a:ext>
            </a:extLst>
          </p:cNvPr>
          <p:cNvSpPr>
            <a:spLocks noGrp="1"/>
          </p:cNvSpPr>
          <p:nvPr/>
        </p:nvSpPr>
        <p:spPr>
          <a:xfrm>
            <a:off x="19571970" y="9255919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4" name="bg15-qr-11-24">
            <a:extLst>
              <a:ext uri="{FF2B5EF4-FFF2-40B4-BE49-F238E27FC236}">
                <a16:creationId xmlns:a16="http://schemas.microsoft.com/office/drawing/2014/main" id="{8C78487C-FA14-42C1-A0EB-E5C469CDF280}"/>
              </a:ext>
            </a:extLst>
          </p:cNvPr>
          <p:cNvSpPr>
            <a:spLocks noGrp="1"/>
          </p:cNvSpPr>
          <p:nvPr/>
        </p:nvSpPr>
        <p:spPr>
          <a:xfrm>
            <a:off x="19665315" y="9255919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5" name="bg15-qr-11-28">
            <a:extLst>
              <a:ext uri="{FF2B5EF4-FFF2-40B4-BE49-F238E27FC236}">
                <a16:creationId xmlns:a16="http://schemas.microsoft.com/office/drawing/2014/main" id="{71F8CEBB-54A6-4D91-A03D-75FA1AC19130}"/>
              </a:ext>
            </a:extLst>
          </p:cNvPr>
          <p:cNvSpPr>
            <a:spLocks noGrp="1"/>
          </p:cNvSpPr>
          <p:nvPr/>
        </p:nvSpPr>
        <p:spPr>
          <a:xfrm>
            <a:off x="19758660" y="9255919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6" name="bg15-qr-12-1">
            <a:extLst>
              <a:ext uri="{FF2B5EF4-FFF2-40B4-BE49-F238E27FC236}">
                <a16:creationId xmlns:a16="http://schemas.microsoft.com/office/drawing/2014/main" id="{3D6F04FE-AB7B-4573-969F-0078A3DB8264}"/>
              </a:ext>
            </a:extLst>
          </p:cNvPr>
          <p:cNvSpPr>
            <a:spLocks noGrp="1"/>
          </p:cNvSpPr>
          <p:nvPr/>
        </p:nvSpPr>
        <p:spPr>
          <a:xfrm>
            <a:off x="19128581" y="927925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7" name="bg15-qr-12-6">
            <a:extLst>
              <a:ext uri="{FF2B5EF4-FFF2-40B4-BE49-F238E27FC236}">
                <a16:creationId xmlns:a16="http://schemas.microsoft.com/office/drawing/2014/main" id="{2C032A6E-4C70-4479-B82A-B93AD67B34AF}"/>
              </a:ext>
            </a:extLst>
          </p:cNvPr>
          <p:cNvSpPr>
            <a:spLocks noGrp="1"/>
          </p:cNvSpPr>
          <p:nvPr/>
        </p:nvSpPr>
        <p:spPr>
          <a:xfrm>
            <a:off x="19245263" y="927925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8" name="bg15-qr-12-8">
            <a:extLst>
              <a:ext uri="{FF2B5EF4-FFF2-40B4-BE49-F238E27FC236}">
                <a16:creationId xmlns:a16="http://schemas.microsoft.com/office/drawing/2014/main" id="{E72CD427-FC2F-4BD9-97DD-1E0143B9D6E4}"/>
              </a:ext>
            </a:extLst>
          </p:cNvPr>
          <p:cNvSpPr>
            <a:spLocks noGrp="1"/>
          </p:cNvSpPr>
          <p:nvPr/>
        </p:nvSpPr>
        <p:spPr>
          <a:xfrm>
            <a:off x="19291935" y="927925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599" name="bg15-qr-12-10">
            <a:extLst>
              <a:ext uri="{FF2B5EF4-FFF2-40B4-BE49-F238E27FC236}">
                <a16:creationId xmlns:a16="http://schemas.microsoft.com/office/drawing/2014/main" id="{70B8B410-44D0-4BA3-95AF-4BD18F0D5A66}"/>
              </a:ext>
            </a:extLst>
          </p:cNvPr>
          <p:cNvSpPr>
            <a:spLocks noGrp="1"/>
          </p:cNvSpPr>
          <p:nvPr/>
        </p:nvSpPr>
        <p:spPr>
          <a:xfrm>
            <a:off x="19338608" y="927925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0" name="bg15-qr-12-14">
            <a:extLst>
              <a:ext uri="{FF2B5EF4-FFF2-40B4-BE49-F238E27FC236}">
                <a16:creationId xmlns:a16="http://schemas.microsoft.com/office/drawing/2014/main" id="{F42E4951-6795-4D35-B086-75DB559886DB}"/>
              </a:ext>
            </a:extLst>
          </p:cNvPr>
          <p:cNvSpPr>
            <a:spLocks noGrp="1"/>
          </p:cNvSpPr>
          <p:nvPr/>
        </p:nvSpPr>
        <p:spPr>
          <a:xfrm>
            <a:off x="19431953" y="927925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1" name="bg15-qr-12-21">
            <a:extLst>
              <a:ext uri="{FF2B5EF4-FFF2-40B4-BE49-F238E27FC236}">
                <a16:creationId xmlns:a16="http://schemas.microsoft.com/office/drawing/2014/main" id="{57E62898-8518-4A2A-AC2A-1E51178B3A23}"/>
              </a:ext>
            </a:extLst>
          </p:cNvPr>
          <p:cNvSpPr>
            <a:spLocks noGrp="1"/>
          </p:cNvSpPr>
          <p:nvPr/>
        </p:nvSpPr>
        <p:spPr>
          <a:xfrm>
            <a:off x="19595306" y="9279255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2" name="bg15-qr-12-27">
            <a:extLst>
              <a:ext uri="{FF2B5EF4-FFF2-40B4-BE49-F238E27FC236}">
                <a16:creationId xmlns:a16="http://schemas.microsoft.com/office/drawing/2014/main" id="{67B73CE3-01F9-4CDF-BD1C-44985E0841B5}"/>
              </a:ext>
            </a:extLst>
          </p:cNvPr>
          <p:cNvSpPr>
            <a:spLocks noGrp="1"/>
          </p:cNvSpPr>
          <p:nvPr/>
        </p:nvSpPr>
        <p:spPr>
          <a:xfrm>
            <a:off x="19735324" y="927925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3" name="bg15-qr-12-31">
            <a:extLst>
              <a:ext uri="{FF2B5EF4-FFF2-40B4-BE49-F238E27FC236}">
                <a16:creationId xmlns:a16="http://schemas.microsoft.com/office/drawing/2014/main" id="{5B817C59-9BCA-4BF0-AB5C-3B14D43483F5}"/>
              </a:ext>
            </a:extLst>
          </p:cNvPr>
          <p:cNvSpPr>
            <a:spLocks noGrp="1"/>
          </p:cNvSpPr>
          <p:nvPr/>
        </p:nvSpPr>
        <p:spPr>
          <a:xfrm>
            <a:off x="19828669" y="9279255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4" name="bg15-qr-13-1">
            <a:extLst>
              <a:ext uri="{FF2B5EF4-FFF2-40B4-BE49-F238E27FC236}">
                <a16:creationId xmlns:a16="http://schemas.microsoft.com/office/drawing/2014/main" id="{B6232356-6239-4B63-A48A-57ADE218542D}"/>
              </a:ext>
            </a:extLst>
          </p:cNvPr>
          <p:cNvSpPr>
            <a:spLocks noGrp="1"/>
          </p:cNvSpPr>
          <p:nvPr/>
        </p:nvSpPr>
        <p:spPr>
          <a:xfrm>
            <a:off x="19128581" y="930259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5" name="bg15-qr-13-3">
            <a:extLst>
              <a:ext uri="{FF2B5EF4-FFF2-40B4-BE49-F238E27FC236}">
                <a16:creationId xmlns:a16="http://schemas.microsoft.com/office/drawing/2014/main" id="{2413F06C-2764-4F3F-920B-ECCA867719B7}"/>
              </a:ext>
            </a:extLst>
          </p:cNvPr>
          <p:cNvSpPr>
            <a:spLocks noGrp="1"/>
          </p:cNvSpPr>
          <p:nvPr/>
        </p:nvSpPr>
        <p:spPr>
          <a:xfrm>
            <a:off x="19175254" y="930259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6" name="bg15-qr-13-7">
            <a:extLst>
              <a:ext uri="{FF2B5EF4-FFF2-40B4-BE49-F238E27FC236}">
                <a16:creationId xmlns:a16="http://schemas.microsoft.com/office/drawing/2014/main" id="{238309FB-DFF6-45B7-9831-FE046457E7D4}"/>
              </a:ext>
            </a:extLst>
          </p:cNvPr>
          <p:cNvSpPr>
            <a:spLocks noGrp="1"/>
          </p:cNvSpPr>
          <p:nvPr/>
        </p:nvSpPr>
        <p:spPr>
          <a:xfrm>
            <a:off x="19268599" y="9302591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7" name="bg15-qr-13-12">
            <a:extLst>
              <a:ext uri="{FF2B5EF4-FFF2-40B4-BE49-F238E27FC236}">
                <a16:creationId xmlns:a16="http://schemas.microsoft.com/office/drawing/2014/main" id="{4524F16B-F5D4-40F1-83D1-60E4EEDE401F}"/>
              </a:ext>
            </a:extLst>
          </p:cNvPr>
          <p:cNvSpPr>
            <a:spLocks noGrp="1"/>
          </p:cNvSpPr>
          <p:nvPr/>
        </p:nvSpPr>
        <p:spPr>
          <a:xfrm>
            <a:off x="19385280" y="9302591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8" name="bg15-qr-13-15">
            <a:extLst>
              <a:ext uri="{FF2B5EF4-FFF2-40B4-BE49-F238E27FC236}">
                <a16:creationId xmlns:a16="http://schemas.microsoft.com/office/drawing/2014/main" id="{7C1482AA-B121-4F65-939C-FF6FDAE1A1D6}"/>
              </a:ext>
            </a:extLst>
          </p:cNvPr>
          <p:cNvSpPr>
            <a:spLocks noGrp="1"/>
          </p:cNvSpPr>
          <p:nvPr/>
        </p:nvSpPr>
        <p:spPr>
          <a:xfrm>
            <a:off x="19455289" y="930259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09" name="bg15-qr-13-18">
            <a:extLst>
              <a:ext uri="{FF2B5EF4-FFF2-40B4-BE49-F238E27FC236}">
                <a16:creationId xmlns:a16="http://schemas.microsoft.com/office/drawing/2014/main" id="{237973BD-71BA-46EE-BD9C-D2079C978DC5}"/>
              </a:ext>
            </a:extLst>
          </p:cNvPr>
          <p:cNvSpPr>
            <a:spLocks noGrp="1"/>
          </p:cNvSpPr>
          <p:nvPr/>
        </p:nvSpPr>
        <p:spPr>
          <a:xfrm>
            <a:off x="19525298" y="930259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0" name="bg15-qr-13-23">
            <a:extLst>
              <a:ext uri="{FF2B5EF4-FFF2-40B4-BE49-F238E27FC236}">
                <a16:creationId xmlns:a16="http://schemas.microsoft.com/office/drawing/2014/main" id="{B26D1121-F777-4B3E-9D9D-4D7C863C2960}"/>
              </a:ext>
            </a:extLst>
          </p:cNvPr>
          <p:cNvSpPr>
            <a:spLocks noGrp="1"/>
          </p:cNvSpPr>
          <p:nvPr/>
        </p:nvSpPr>
        <p:spPr>
          <a:xfrm>
            <a:off x="19641979" y="930259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1" name="bg15-qr-13-26">
            <a:extLst>
              <a:ext uri="{FF2B5EF4-FFF2-40B4-BE49-F238E27FC236}">
                <a16:creationId xmlns:a16="http://schemas.microsoft.com/office/drawing/2014/main" id="{F9EE0D36-993C-4EBB-8F7E-0C97F90B61F7}"/>
              </a:ext>
            </a:extLst>
          </p:cNvPr>
          <p:cNvSpPr>
            <a:spLocks noGrp="1"/>
          </p:cNvSpPr>
          <p:nvPr/>
        </p:nvSpPr>
        <p:spPr>
          <a:xfrm>
            <a:off x="19711988" y="930259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2" name="bg15-qr-13-30">
            <a:extLst>
              <a:ext uri="{FF2B5EF4-FFF2-40B4-BE49-F238E27FC236}">
                <a16:creationId xmlns:a16="http://schemas.microsoft.com/office/drawing/2014/main" id="{D545FF53-A10F-4794-9358-75BDCE23CB28}"/>
              </a:ext>
            </a:extLst>
          </p:cNvPr>
          <p:cNvSpPr>
            <a:spLocks noGrp="1"/>
          </p:cNvSpPr>
          <p:nvPr/>
        </p:nvSpPr>
        <p:spPr>
          <a:xfrm>
            <a:off x="19805333" y="930259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3" name="bg15-qr-14-2">
            <a:extLst>
              <a:ext uri="{FF2B5EF4-FFF2-40B4-BE49-F238E27FC236}">
                <a16:creationId xmlns:a16="http://schemas.microsoft.com/office/drawing/2014/main" id="{0B5DFDCB-4ECE-4BAD-8933-E8FA0BF9DD19}"/>
              </a:ext>
            </a:extLst>
          </p:cNvPr>
          <p:cNvSpPr>
            <a:spLocks noGrp="1"/>
          </p:cNvSpPr>
          <p:nvPr/>
        </p:nvSpPr>
        <p:spPr>
          <a:xfrm>
            <a:off x="19151918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4" name="bg15-qr-14-6">
            <a:extLst>
              <a:ext uri="{FF2B5EF4-FFF2-40B4-BE49-F238E27FC236}">
                <a16:creationId xmlns:a16="http://schemas.microsoft.com/office/drawing/2014/main" id="{EB4C252D-F890-445A-9B73-99B970680FCB}"/>
              </a:ext>
            </a:extLst>
          </p:cNvPr>
          <p:cNvSpPr>
            <a:spLocks noGrp="1"/>
          </p:cNvSpPr>
          <p:nvPr/>
        </p:nvSpPr>
        <p:spPr>
          <a:xfrm>
            <a:off x="19245263" y="932592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5" name="bg15-qr-14-10">
            <a:extLst>
              <a:ext uri="{FF2B5EF4-FFF2-40B4-BE49-F238E27FC236}">
                <a16:creationId xmlns:a16="http://schemas.microsoft.com/office/drawing/2014/main" id="{6C5EDF69-0778-4C1A-97EA-377C615B833B}"/>
              </a:ext>
            </a:extLst>
          </p:cNvPr>
          <p:cNvSpPr>
            <a:spLocks noGrp="1"/>
          </p:cNvSpPr>
          <p:nvPr/>
        </p:nvSpPr>
        <p:spPr>
          <a:xfrm>
            <a:off x="19338608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6" name="bg15-qr-14-12">
            <a:extLst>
              <a:ext uri="{FF2B5EF4-FFF2-40B4-BE49-F238E27FC236}">
                <a16:creationId xmlns:a16="http://schemas.microsoft.com/office/drawing/2014/main" id="{7B6F78C0-D720-4364-BE0B-5F914AA4679E}"/>
              </a:ext>
            </a:extLst>
          </p:cNvPr>
          <p:cNvSpPr>
            <a:spLocks noGrp="1"/>
          </p:cNvSpPr>
          <p:nvPr/>
        </p:nvSpPr>
        <p:spPr>
          <a:xfrm>
            <a:off x="19385280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7" name="bg15-qr-14-15">
            <a:extLst>
              <a:ext uri="{FF2B5EF4-FFF2-40B4-BE49-F238E27FC236}">
                <a16:creationId xmlns:a16="http://schemas.microsoft.com/office/drawing/2014/main" id="{11D0FBFF-A67B-4A2F-AAB4-4867E19524D1}"/>
              </a:ext>
            </a:extLst>
          </p:cNvPr>
          <p:cNvSpPr>
            <a:spLocks noGrp="1"/>
          </p:cNvSpPr>
          <p:nvPr/>
        </p:nvSpPr>
        <p:spPr>
          <a:xfrm>
            <a:off x="19455289" y="932592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8" name="bg15-qr-14-22">
            <a:extLst>
              <a:ext uri="{FF2B5EF4-FFF2-40B4-BE49-F238E27FC236}">
                <a16:creationId xmlns:a16="http://schemas.microsoft.com/office/drawing/2014/main" id="{538669FC-4B06-4226-9CBE-93A337470AE5}"/>
              </a:ext>
            </a:extLst>
          </p:cNvPr>
          <p:cNvSpPr>
            <a:spLocks noGrp="1"/>
          </p:cNvSpPr>
          <p:nvPr/>
        </p:nvSpPr>
        <p:spPr>
          <a:xfrm>
            <a:off x="19618643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19" name="bg15-qr-14-24">
            <a:extLst>
              <a:ext uri="{FF2B5EF4-FFF2-40B4-BE49-F238E27FC236}">
                <a16:creationId xmlns:a16="http://schemas.microsoft.com/office/drawing/2014/main" id="{213269FD-CB85-458C-8104-A47F222ED90D}"/>
              </a:ext>
            </a:extLst>
          </p:cNvPr>
          <p:cNvSpPr>
            <a:spLocks noGrp="1"/>
          </p:cNvSpPr>
          <p:nvPr/>
        </p:nvSpPr>
        <p:spPr>
          <a:xfrm>
            <a:off x="19665315" y="932592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0" name="bg15-qr-14-29">
            <a:extLst>
              <a:ext uri="{FF2B5EF4-FFF2-40B4-BE49-F238E27FC236}">
                <a16:creationId xmlns:a16="http://schemas.microsoft.com/office/drawing/2014/main" id="{57C01B97-2858-4258-B05C-7E077A1AF098}"/>
              </a:ext>
            </a:extLst>
          </p:cNvPr>
          <p:cNvSpPr>
            <a:spLocks noGrp="1"/>
          </p:cNvSpPr>
          <p:nvPr/>
        </p:nvSpPr>
        <p:spPr>
          <a:xfrm>
            <a:off x="19781996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1" name="bg15-qr-14-31">
            <a:extLst>
              <a:ext uri="{FF2B5EF4-FFF2-40B4-BE49-F238E27FC236}">
                <a16:creationId xmlns:a16="http://schemas.microsoft.com/office/drawing/2014/main" id="{42D97130-C17C-440D-A899-29AEC208A029}"/>
              </a:ext>
            </a:extLst>
          </p:cNvPr>
          <p:cNvSpPr>
            <a:spLocks noGrp="1"/>
          </p:cNvSpPr>
          <p:nvPr/>
        </p:nvSpPr>
        <p:spPr>
          <a:xfrm>
            <a:off x="19828669" y="932592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2" name="bg15-qr-15-0">
            <a:extLst>
              <a:ext uri="{FF2B5EF4-FFF2-40B4-BE49-F238E27FC236}">
                <a16:creationId xmlns:a16="http://schemas.microsoft.com/office/drawing/2014/main" id="{6AB9AEAF-BF43-44ED-8548-A36B5A95559C}"/>
              </a:ext>
            </a:extLst>
          </p:cNvPr>
          <p:cNvSpPr>
            <a:spLocks noGrp="1"/>
          </p:cNvSpPr>
          <p:nvPr/>
        </p:nvSpPr>
        <p:spPr>
          <a:xfrm>
            <a:off x="19105245" y="9349264"/>
            <a:ext cx="140018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3" name="bg15-qr-15-7">
            <a:extLst>
              <a:ext uri="{FF2B5EF4-FFF2-40B4-BE49-F238E27FC236}">
                <a16:creationId xmlns:a16="http://schemas.microsoft.com/office/drawing/2014/main" id="{3873FF41-2B8F-49A7-B7A7-48A94997E8A3}"/>
              </a:ext>
            </a:extLst>
          </p:cNvPr>
          <p:cNvSpPr>
            <a:spLocks noGrp="1"/>
          </p:cNvSpPr>
          <p:nvPr/>
        </p:nvSpPr>
        <p:spPr>
          <a:xfrm>
            <a:off x="19268599" y="9349264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4" name="bg15-qr-15-12">
            <a:extLst>
              <a:ext uri="{FF2B5EF4-FFF2-40B4-BE49-F238E27FC236}">
                <a16:creationId xmlns:a16="http://schemas.microsoft.com/office/drawing/2014/main" id="{2D9B848D-1DB0-4AB6-BCAA-5D08723951CE}"/>
              </a:ext>
            </a:extLst>
          </p:cNvPr>
          <p:cNvSpPr>
            <a:spLocks noGrp="1"/>
          </p:cNvSpPr>
          <p:nvPr/>
        </p:nvSpPr>
        <p:spPr>
          <a:xfrm>
            <a:off x="19385280" y="934926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5" name="bg15-qr-15-14">
            <a:extLst>
              <a:ext uri="{FF2B5EF4-FFF2-40B4-BE49-F238E27FC236}">
                <a16:creationId xmlns:a16="http://schemas.microsoft.com/office/drawing/2014/main" id="{EB5976BE-93BD-49D6-A49E-7F4230312D87}"/>
              </a:ext>
            </a:extLst>
          </p:cNvPr>
          <p:cNvSpPr>
            <a:spLocks noGrp="1"/>
          </p:cNvSpPr>
          <p:nvPr/>
        </p:nvSpPr>
        <p:spPr>
          <a:xfrm>
            <a:off x="19431953" y="934926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6" name="bg15-qr-15-20">
            <a:extLst>
              <a:ext uri="{FF2B5EF4-FFF2-40B4-BE49-F238E27FC236}">
                <a16:creationId xmlns:a16="http://schemas.microsoft.com/office/drawing/2014/main" id="{5BC6AE43-1A0D-48B5-A2C6-5044D617AC7A}"/>
              </a:ext>
            </a:extLst>
          </p:cNvPr>
          <p:cNvSpPr>
            <a:spLocks noGrp="1"/>
          </p:cNvSpPr>
          <p:nvPr/>
        </p:nvSpPr>
        <p:spPr>
          <a:xfrm>
            <a:off x="19571970" y="934926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7" name="bg15-qr-15-25">
            <a:extLst>
              <a:ext uri="{FF2B5EF4-FFF2-40B4-BE49-F238E27FC236}">
                <a16:creationId xmlns:a16="http://schemas.microsoft.com/office/drawing/2014/main" id="{D4FC69DF-FCEC-4078-8F55-4BE8C8861A12}"/>
              </a:ext>
            </a:extLst>
          </p:cNvPr>
          <p:cNvSpPr>
            <a:spLocks noGrp="1"/>
          </p:cNvSpPr>
          <p:nvPr/>
        </p:nvSpPr>
        <p:spPr>
          <a:xfrm>
            <a:off x="19688651" y="934926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8" name="bg15-qr-15-29">
            <a:extLst>
              <a:ext uri="{FF2B5EF4-FFF2-40B4-BE49-F238E27FC236}">
                <a16:creationId xmlns:a16="http://schemas.microsoft.com/office/drawing/2014/main" id="{17657CA8-39A7-4FD0-A1CA-7BE570A3A422}"/>
              </a:ext>
            </a:extLst>
          </p:cNvPr>
          <p:cNvSpPr>
            <a:spLocks noGrp="1"/>
          </p:cNvSpPr>
          <p:nvPr/>
        </p:nvSpPr>
        <p:spPr>
          <a:xfrm>
            <a:off x="19781996" y="934926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29" name="bg15-qr-16-0">
            <a:extLst>
              <a:ext uri="{FF2B5EF4-FFF2-40B4-BE49-F238E27FC236}">
                <a16:creationId xmlns:a16="http://schemas.microsoft.com/office/drawing/2014/main" id="{28C57B4A-CE03-4DCE-9138-F66CA97ACF6D}"/>
              </a:ext>
            </a:extLst>
          </p:cNvPr>
          <p:cNvSpPr>
            <a:spLocks noGrp="1"/>
          </p:cNvSpPr>
          <p:nvPr/>
        </p:nvSpPr>
        <p:spPr>
          <a:xfrm>
            <a:off x="19105245" y="9372600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0" name="bg15-qr-16-4">
            <a:extLst>
              <a:ext uri="{FF2B5EF4-FFF2-40B4-BE49-F238E27FC236}">
                <a16:creationId xmlns:a16="http://schemas.microsoft.com/office/drawing/2014/main" id="{36637D31-54F2-46AE-B1A0-1871C4C62F7E}"/>
              </a:ext>
            </a:extLst>
          </p:cNvPr>
          <p:cNvSpPr>
            <a:spLocks noGrp="1"/>
          </p:cNvSpPr>
          <p:nvPr/>
        </p:nvSpPr>
        <p:spPr>
          <a:xfrm>
            <a:off x="19198590" y="9372600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1" name="bg15-qr-16-10">
            <a:extLst>
              <a:ext uri="{FF2B5EF4-FFF2-40B4-BE49-F238E27FC236}">
                <a16:creationId xmlns:a16="http://schemas.microsoft.com/office/drawing/2014/main" id="{DAD9416C-9CCF-4370-9453-F153BBEF0C71}"/>
              </a:ext>
            </a:extLst>
          </p:cNvPr>
          <p:cNvSpPr>
            <a:spLocks noGrp="1"/>
          </p:cNvSpPr>
          <p:nvPr/>
        </p:nvSpPr>
        <p:spPr>
          <a:xfrm>
            <a:off x="19338608" y="937260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2" name="bg15-qr-16-14">
            <a:extLst>
              <a:ext uri="{FF2B5EF4-FFF2-40B4-BE49-F238E27FC236}">
                <a16:creationId xmlns:a16="http://schemas.microsoft.com/office/drawing/2014/main" id="{C54C1B9F-F219-4A68-A26F-8E489658BB1B}"/>
              </a:ext>
            </a:extLst>
          </p:cNvPr>
          <p:cNvSpPr>
            <a:spLocks noGrp="1"/>
          </p:cNvSpPr>
          <p:nvPr/>
        </p:nvSpPr>
        <p:spPr>
          <a:xfrm>
            <a:off x="19431953" y="9372600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3" name="bg15-qr-16-22">
            <a:extLst>
              <a:ext uri="{FF2B5EF4-FFF2-40B4-BE49-F238E27FC236}">
                <a16:creationId xmlns:a16="http://schemas.microsoft.com/office/drawing/2014/main" id="{5E4CEA93-308A-4D02-B3C2-FEDBBDA4F826}"/>
              </a:ext>
            </a:extLst>
          </p:cNvPr>
          <p:cNvSpPr>
            <a:spLocks noGrp="1"/>
          </p:cNvSpPr>
          <p:nvPr/>
        </p:nvSpPr>
        <p:spPr>
          <a:xfrm>
            <a:off x="19618643" y="937260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4" name="bg15-qr-16-24">
            <a:extLst>
              <a:ext uri="{FF2B5EF4-FFF2-40B4-BE49-F238E27FC236}">
                <a16:creationId xmlns:a16="http://schemas.microsoft.com/office/drawing/2014/main" id="{EE2AEBFD-E4E6-46C4-8FF4-BD54DAD844D4}"/>
              </a:ext>
            </a:extLst>
          </p:cNvPr>
          <p:cNvSpPr>
            <a:spLocks noGrp="1"/>
          </p:cNvSpPr>
          <p:nvPr/>
        </p:nvSpPr>
        <p:spPr>
          <a:xfrm>
            <a:off x="19665315" y="9372600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5" name="bg15-qr-16-27">
            <a:extLst>
              <a:ext uri="{FF2B5EF4-FFF2-40B4-BE49-F238E27FC236}">
                <a16:creationId xmlns:a16="http://schemas.microsoft.com/office/drawing/2014/main" id="{5F4F07A9-DA4A-4DFC-8ED4-E1D3AF8941B5}"/>
              </a:ext>
            </a:extLst>
          </p:cNvPr>
          <p:cNvSpPr>
            <a:spLocks noGrp="1"/>
          </p:cNvSpPr>
          <p:nvPr/>
        </p:nvSpPr>
        <p:spPr>
          <a:xfrm>
            <a:off x="19735324" y="9372600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6" name="bg15-qr-16-32">
            <a:extLst>
              <a:ext uri="{FF2B5EF4-FFF2-40B4-BE49-F238E27FC236}">
                <a16:creationId xmlns:a16="http://schemas.microsoft.com/office/drawing/2014/main" id="{9C9A4CA9-A979-4AF5-8970-85EBB35DCBC4}"/>
              </a:ext>
            </a:extLst>
          </p:cNvPr>
          <p:cNvSpPr>
            <a:spLocks noGrp="1"/>
          </p:cNvSpPr>
          <p:nvPr/>
        </p:nvSpPr>
        <p:spPr>
          <a:xfrm>
            <a:off x="19852005" y="937260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7" name="bg15-qr-17-1">
            <a:extLst>
              <a:ext uri="{FF2B5EF4-FFF2-40B4-BE49-F238E27FC236}">
                <a16:creationId xmlns:a16="http://schemas.microsoft.com/office/drawing/2014/main" id="{2ED81B7E-4415-4913-929F-FC29D5F7F88C}"/>
              </a:ext>
            </a:extLst>
          </p:cNvPr>
          <p:cNvSpPr>
            <a:spLocks noGrp="1"/>
          </p:cNvSpPr>
          <p:nvPr/>
        </p:nvSpPr>
        <p:spPr>
          <a:xfrm>
            <a:off x="19128581" y="939593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8" name="bg15-qr-17-4">
            <a:extLst>
              <a:ext uri="{FF2B5EF4-FFF2-40B4-BE49-F238E27FC236}">
                <a16:creationId xmlns:a16="http://schemas.microsoft.com/office/drawing/2014/main" id="{8C663BB3-8394-468F-A632-F3A73E8C3C1A}"/>
              </a:ext>
            </a:extLst>
          </p:cNvPr>
          <p:cNvSpPr>
            <a:spLocks noGrp="1"/>
          </p:cNvSpPr>
          <p:nvPr/>
        </p:nvSpPr>
        <p:spPr>
          <a:xfrm>
            <a:off x="19198590" y="939593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39" name="bg15-qr-17-7">
            <a:extLst>
              <a:ext uri="{FF2B5EF4-FFF2-40B4-BE49-F238E27FC236}">
                <a16:creationId xmlns:a16="http://schemas.microsoft.com/office/drawing/2014/main" id="{3172B849-50EC-44E4-8261-FE7FDE9722F1}"/>
              </a:ext>
            </a:extLst>
          </p:cNvPr>
          <p:cNvSpPr>
            <a:spLocks noGrp="1"/>
          </p:cNvSpPr>
          <p:nvPr/>
        </p:nvSpPr>
        <p:spPr>
          <a:xfrm>
            <a:off x="19268599" y="9395936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0" name="bg15-qr-17-14">
            <a:extLst>
              <a:ext uri="{FF2B5EF4-FFF2-40B4-BE49-F238E27FC236}">
                <a16:creationId xmlns:a16="http://schemas.microsoft.com/office/drawing/2014/main" id="{A4F14A5D-DB59-4CCC-A5B7-8C24E9DF673E}"/>
              </a:ext>
            </a:extLst>
          </p:cNvPr>
          <p:cNvSpPr>
            <a:spLocks noGrp="1"/>
          </p:cNvSpPr>
          <p:nvPr/>
        </p:nvSpPr>
        <p:spPr>
          <a:xfrm>
            <a:off x="19431953" y="9395936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1" name="bg15-qr-17-18">
            <a:extLst>
              <a:ext uri="{FF2B5EF4-FFF2-40B4-BE49-F238E27FC236}">
                <a16:creationId xmlns:a16="http://schemas.microsoft.com/office/drawing/2014/main" id="{F43CAB7D-8979-489F-8DFA-16F82E216287}"/>
              </a:ext>
            </a:extLst>
          </p:cNvPr>
          <p:cNvSpPr>
            <a:spLocks noGrp="1"/>
          </p:cNvSpPr>
          <p:nvPr/>
        </p:nvSpPr>
        <p:spPr>
          <a:xfrm>
            <a:off x="19525298" y="9395936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2" name="bg15-qr-17-23">
            <a:extLst>
              <a:ext uri="{FF2B5EF4-FFF2-40B4-BE49-F238E27FC236}">
                <a16:creationId xmlns:a16="http://schemas.microsoft.com/office/drawing/2014/main" id="{35B9A818-72B6-4615-BA22-CCC22FE910B4}"/>
              </a:ext>
            </a:extLst>
          </p:cNvPr>
          <p:cNvSpPr>
            <a:spLocks noGrp="1"/>
          </p:cNvSpPr>
          <p:nvPr/>
        </p:nvSpPr>
        <p:spPr>
          <a:xfrm>
            <a:off x="19641979" y="939593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3" name="bg15-qr-17-26">
            <a:extLst>
              <a:ext uri="{FF2B5EF4-FFF2-40B4-BE49-F238E27FC236}">
                <a16:creationId xmlns:a16="http://schemas.microsoft.com/office/drawing/2014/main" id="{6E1AEF01-95E5-4B89-83A1-243C35CA63AB}"/>
              </a:ext>
            </a:extLst>
          </p:cNvPr>
          <p:cNvSpPr>
            <a:spLocks noGrp="1"/>
          </p:cNvSpPr>
          <p:nvPr/>
        </p:nvSpPr>
        <p:spPr>
          <a:xfrm>
            <a:off x="19711988" y="939593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4" name="bg15-qr-17-29">
            <a:extLst>
              <a:ext uri="{FF2B5EF4-FFF2-40B4-BE49-F238E27FC236}">
                <a16:creationId xmlns:a16="http://schemas.microsoft.com/office/drawing/2014/main" id="{E2B0A036-95E0-4822-843F-570B0251EFD1}"/>
              </a:ext>
            </a:extLst>
          </p:cNvPr>
          <p:cNvSpPr>
            <a:spLocks noGrp="1"/>
          </p:cNvSpPr>
          <p:nvPr/>
        </p:nvSpPr>
        <p:spPr>
          <a:xfrm>
            <a:off x="19781996" y="939593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5" name="bg15-qr-17-32">
            <a:extLst>
              <a:ext uri="{FF2B5EF4-FFF2-40B4-BE49-F238E27FC236}">
                <a16:creationId xmlns:a16="http://schemas.microsoft.com/office/drawing/2014/main" id="{32970064-2C9C-4857-B8C5-F97ABC5A6F2D}"/>
              </a:ext>
            </a:extLst>
          </p:cNvPr>
          <p:cNvSpPr>
            <a:spLocks noGrp="1"/>
          </p:cNvSpPr>
          <p:nvPr/>
        </p:nvSpPr>
        <p:spPr>
          <a:xfrm>
            <a:off x="19852005" y="939593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6" name="bg15-qr-18-2">
            <a:extLst>
              <a:ext uri="{FF2B5EF4-FFF2-40B4-BE49-F238E27FC236}">
                <a16:creationId xmlns:a16="http://schemas.microsoft.com/office/drawing/2014/main" id="{DC04870D-0769-4BED-B6FF-B3FC3CE10C1C}"/>
              </a:ext>
            </a:extLst>
          </p:cNvPr>
          <p:cNvSpPr>
            <a:spLocks noGrp="1"/>
          </p:cNvSpPr>
          <p:nvPr/>
        </p:nvSpPr>
        <p:spPr>
          <a:xfrm>
            <a:off x="19151918" y="941927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7" name="bg15-qr-18-5">
            <a:extLst>
              <a:ext uri="{FF2B5EF4-FFF2-40B4-BE49-F238E27FC236}">
                <a16:creationId xmlns:a16="http://schemas.microsoft.com/office/drawing/2014/main" id="{2BA2A01E-1480-4F5D-844C-2EB6D777CB8D}"/>
              </a:ext>
            </a:extLst>
          </p:cNvPr>
          <p:cNvSpPr>
            <a:spLocks noGrp="1"/>
          </p:cNvSpPr>
          <p:nvPr/>
        </p:nvSpPr>
        <p:spPr>
          <a:xfrm>
            <a:off x="19221926" y="941927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8" name="bg15-qr-18-8">
            <a:extLst>
              <a:ext uri="{FF2B5EF4-FFF2-40B4-BE49-F238E27FC236}">
                <a16:creationId xmlns:a16="http://schemas.microsoft.com/office/drawing/2014/main" id="{7397A73B-25CC-4155-976F-641839D2574A}"/>
              </a:ext>
            </a:extLst>
          </p:cNvPr>
          <p:cNvSpPr>
            <a:spLocks noGrp="1"/>
          </p:cNvSpPr>
          <p:nvPr/>
        </p:nvSpPr>
        <p:spPr>
          <a:xfrm>
            <a:off x="19291935" y="9419273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49" name="bg15-qr-18-13">
            <a:extLst>
              <a:ext uri="{FF2B5EF4-FFF2-40B4-BE49-F238E27FC236}">
                <a16:creationId xmlns:a16="http://schemas.microsoft.com/office/drawing/2014/main" id="{9926E349-2A29-439C-8FBF-8324714D5DD8}"/>
              </a:ext>
            </a:extLst>
          </p:cNvPr>
          <p:cNvSpPr>
            <a:spLocks noGrp="1"/>
          </p:cNvSpPr>
          <p:nvPr/>
        </p:nvSpPr>
        <p:spPr>
          <a:xfrm>
            <a:off x="19408616" y="9419273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0" name="bg15-qr-18-18">
            <a:extLst>
              <a:ext uri="{FF2B5EF4-FFF2-40B4-BE49-F238E27FC236}">
                <a16:creationId xmlns:a16="http://schemas.microsoft.com/office/drawing/2014/main" id="{C4461D78-DC08-4859-9471-E3A091E53B71}"/>
              </a:ext>
            </a:extLst>
          </p:cNvPr>
          <p:cNvSpPr>
            <a:spLocks noGrp="1"/>
          </p:cNvSpPr>
          <p:nvPr/>
        </p:nvSpPr>
        <p:spPr>
          <a:xfrm>
            <a:off x="19525298" y="941927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1" name="bg15-qr-18-20">
            <a:extLst>
              <a:ext uri="{FF2B5EF4-FFF2-40B4-BE49-F238E27FC236}">
                <a16:creationId xmlns:a16="http://schemas.microsoft.com/office/drawing/2014/main" id="{41FA3F21-B771-4BF5-8F8D-DA22EB1C15C1}"/>
              </a:ext>
            </a:extLst>
          </p:cNvPr>
          <p:cNvSpPr>
            <a:spLocks noGrp="1"/>
          </p:cNvSpPr>
          <p:nvPr/>
        </p:nvSpPr>
        <p:spPr>
          <a:xfrm>
            <a:off x="19571970" y="941927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2" name="bg15-qr-18-24">
            <a:extLst>
              <a:ext uri="{FF2B5EF4-FFF2-40B4-BE49-F238E27FC236}">
                <a16:creationId xmlns:a16="http://schemas.microsoft.com/office/drawing/2014/main" id="{251B8933-3B86-42C5-AD6E-8C3328F6536A}"/>
              </a:ext>
            </a:extLst>
          </p:cNvPr>
          <p:cNvSpPr>
            <a:spLocks noGrp="1"/>
          </p:cNvSpPr>
          <p:nvPr/>
        </p:nvSpPr>
        <p:spPr>
          <a:xfrm>
            <a:off x="19665315" y="9419273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3" name="bg15-qr-18-30">
            <a:extLst>
              <a:ext uri="{FF2B5EF4-FFF2-40B4-BE49-F238E27FC236}">
                <a16:creationId xmlns:a16="http://schemas.microsoft.com/office/drawing/2014/main" id="{908BEF42-0D8B-4B3C-B242-D276AADEBD0A}"/>
              </a:ext>
            </a:extLst>
          </p:cNvPr>
          <p:cNvSpPr>
            <a:spLocks noGrp="1"/>
          </p:cNvSpPr>
          <p:nvPr/>
        </p:nvSpPr>
        <p:spPr>
          <a:xfrm>
            <a:off x="19805333" y="941927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4" name="bg15-qr-19-0">
            <a:extLst>
              <a:ext uri="{FF2B5EF4-FFF2-40B4-BE49-F238E27FC236}">
                <a16:creationId xmlns:a16="http://schemas.microsoft.com/office/drawing/2014/main" id="{BD55F94E-BBB9-4E0C-BE46-C1B03CD1116A}"/>
              </a:ext>
            </a:extLst>
          </p:cNvPr>
          <p:cNvSpPr>
            <a:spLocks noGrp="1"/>
          </p:cNvSpPr>
          <p:nvPr/>
        </p:nvSpPr>
        <p:spPr>
          <a:xfrm>
            <a:off x="19105245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5" name="bg15-qr-19-2">
            <a:extLst>
              <a:ext uri="{FF2B5EF4-FFF2-40B4-BE49-F238E27FC236}">
                <a16:creationId xmlns:a16="http://schemas.microsoft.com/office/drawing/2014/main" id="{530A599F-F84E-4469-A2B1-2656DB105B9A}"/>
              </a:ext>
            </a:extLst>
          </p:cNvPr>
          <p:cNvSpPr>
            <a:spLocks noGrp="1"/>
          </p:cNvSpPr>
          <p:nvPr/>
        </p:nvSpPr>
        <p:spPr>
          <a:xfrm>
            <a:off x="19151918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6" name="bg15-qr-19-9">
            <a:extLst>
              <a:ext uri="{FF2B5EF4-FFF2-40B4-BE49-F238E27FC236}">
                <a16:creationId xmlns:a16="http://schemas.microsoft.com/office/drawing/2014/main" id="{70378781-5B57-43AE-B6B6-2D761BBD7DC4}"/>
              </a:ext>
            </a:extLst>
          </p:cNvPr>
          <p:cNvSpPr>
            <a:spLocks noGrp="1"/>
          </p:cNvSpPr>
          <p:nvPr/>
        </p:nvSpPr>
        <p:spPr>
          <a:xfrm>
            <a:off x="19315271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7" name="bg15-qr-19-12">
            <a:extLst>
              <a:ext uri="{FF2B5EF4-FFF2-40B4-BE49-F238E27FC236}">
                <a16:creationId xmlns:a16="http://schemas.microsoft.com/office/drawing/2014/main" id="{D2A93F9F-69C4-4A25-8A4D-55594F70B6B2}"/>
              </a:ext>
            </a:extLst>
          </p:cNvPr>
          <p:cNvSpPr>
            <a:spLocks noGrp="1"/>
          </p:cNvSpPr>
          <p:nvPr/>
        </p:nvSpPr>
        <p:spPr>
          <a:xfrm>
            <a:off x="19385280" y="9442609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8" name="bg15-qr-19-16">
            <a:extLst>
              <a:ext uri="{FF2B5EF4-FFF2-40B4-BE49-F238E27FC236}">
                <a16:creationId xmlns:a16="http://schemas.microsoft.com/office/drawing/2014/main" id="{FECA99B2-5E6B-4438-9BF3-E8C0A792BE1E}"/>
              </a:ext>
            </a:extLst>
          </p:cNvPr>
          <p:cNvSpPr>
            <a:spLocks noGrp="1"/>
          </p:cNvSpPr>
          <p:nvPr/>
        </p:nvSpPr>
        <p:spPr>
          <a:xfrm>
            <a:off x="19478625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59" name="bg15-qr-19-19">
            <a:extLst>
              <a:ext uri="{FF2B5EF4-FFF2-40B4-BE49-F238E27FC236}">
                <a16:creationId xmlns:a16="http://schemas.microsoft.com/office/drawing/2014/main" id="{20CED4AF-57D1-4FD2-BCC6-CB493A67E65D}"/>
              </a:ext>
            </a:extLst>
          </p:cNvPr>
          <p:cNvSpPr>
            <a:spLocks noGrp="1"/>
          </p:cNvSpPr>
          <p:nvPr/>
        </p:nvSpPr>
        <p:spPr>
          <a:xfrm>
            <a:off x="19548634" y="9442609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0" name="bg15-qr-19-25">
            <a:extLst>
              <a:ext uri="{FF2B5EF4-FFF2-40B4-BE49-F238E27FC236}">
                <a16:creationId xmlns:a16="http://schemas.microsoft.com/office/drawing/2014/main" id="{E8F959A1-805B-4415-8A2F-FAC0467222F2}"/>
              </a:ext>
            </a:extLst>
          </p:cNvPr>
          <p:cNvSpPr>
            <a:spLocks noGrp="1"/>
          </p:cNvSpPr>
          <p:nvPr/>
        </p:nvSpPr>
        <p:spPr>
          <a:xfrm>
            <a:off x="19688651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1" name="bg15-qr-19-27">
            <a:extLst>
              <a:ext uri="{FF2B5EF4-FFF2-40B4-BE49-F238E27FC236}">
                <a16:creationId xmlns:a16="http://schemas.microsoft.com/office/drawing/2014/main" id="{076AB63B-5990-4438-A96B-D11C6B915E1E}"/>
              </a:ext>
            </a:extLst>
          </p:cNvPr>
          <p:cNvSpPr>
            <a:spLocks noGrp="1"/>
          </p:cNvSpPr>
          <p:nvPr/>
        </p:nvSpPr>
        <p:spPr>
          <a:xfrm>
            <a:off x="19735324" y="9442609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2" name="bg15-qr-19-32">
            <a:extLst>
              <a:ext uri="{FF2B5EF4-FFF2-40B4-BE49-F238E27FC236}">
                <a16:creationId xmlns:a16="http://schemas.microsoft.com/office/drawing/2014/main" id="{7C52E945-198E-452E-9D4C-A0212D880561}"/>
              </a:ext>
            </a:extLst>
          </p:cNvPr>
          <p:cNvSpPr>
            <a:spLocks noGrp="1"/>
          </p:cNvSpPr>
          <p:nvPr/>
        </p:nvSpPr>
        <p:spPr>
          <a:xfrm>
            <a:off x="19852005" y="944260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3" name="bg15-qr-20-1">
            <a:extLst>
              <a:ext uri="{FF2B5EF4-FFF2-40B4-BE49-F238E27FC236}">
                <a16:creationId xmlns:a16="http://schemas.microsoft.com/office/drawing/2014/main" id="{C6E1F407-B29F-42B9-A0E1-8201235D1188}"/>
              </a:ext>
            </a:extLst>
          </p:cNvPr>
          <p:cNvSpPr>
            <a:spLocks noGrp="1"/>
          </p:cNvSpPr>
          <p:nvPr/>
        </p:nvSpPr>
        <p:spPr>
          <a:xfrm>
            <a:off x="19128581" y="946594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4" name="bg15-qr-20-3">
            <a:extLst>
              <a:ext uri="{FF2B5EF4-FFF2-40B4-BE49-F238E27FC236}">
                <a16:creationId xmlns:a16="http://schemas.microsoft.com/office/drawing/2014/main" id="{F23E565C-6637-4958-A907-5159A9277115}"/>
              </a:ext>
            </a:extLst>
          </p:cNvPr>
          <p:cNvSpPr>
            <a:spLocks noGrp="1"/>
          </p:cNvSpPr>
          <p:nvPr/>
        </p:nvSpPr>
        <p:spPr>
          <a:xfrm>
            <a:off x="19175254" y="946594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5" name="bg15-qr-20-6">
            <a:extLst>
              <a:ext uri="{FF2B5EF4-FFF2-40B4-BE49-F238E27FC236}">
                <a16:creationId xmlns:a16="http://schemas.microsoft.com/office/drawing/2014/main" id="{0D210688-D0EF-457A-BF3D-A9BDE297C550}"/>
              </a:ext>
            </a:extLst>
          </p:cNvPr>
          <p:cNvSpPr>
            <a:spLocks noGrp="1"/>
          </p:cNvSpPr>
          <p:nvPr/>
        </p:nvSpPr>
        <p:spPr>
          <a:xfrm>
            <a:off x="19245263" y="946594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6" name="bg15-qr-20-10">
            <a:extLst>
              <a:ext uri="{FF2B5EF4-FFF2-40B4-BE49-F238E27FC236}">
                <a16:creationId xmlns:a16="http://schemas.microsoft.com/office/drawing/2014/main" id="{2EE8BA34-9171-4692-81B8-E54AEBECB515}"/>
              </a:ext>
            </a:extLst>
          </p:cNvPr>
          <p:cNvSpPr>
            <a:spLocks noGrp="1"/>
          </p:cNvSpPr>
          <p:nvPr/>
        </p:nvSpPr>
        <p:spPr>
          <a:xfrm>
            <a:off x="19338608" y="946594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7" name="bg15-qr-20-14">
            <a:extLst>
              <a:ext uri="{FF2B5EF4-FFF2-40B4-BE49-F238E27FC236}">
                <a16:creationId xmlns:a16="http://schemas.microsoft.com/office/drawing/2014/main" id="{C494D078-5A40-47BA-9114-A1DE1CED02B5}"/>
              </a:ext>
            </a:extLst>
          </p:cNvPr>
          <p:cNvSpPr>
            <a:spLocks noGrp="1"/>
          </p:cNvSpPr>
          <p:nvPr/>
        </p:nvSpPr>
        <p:spPr>
          <a:xfrm>
            <a:off x="19431953" y="946594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8" name="bg15-qr-20-18">
            <a:extLst>
              <a:ext uri="{FF2B5EF4-FFF2-40B4-BE49-F238E27FC236}">
                <a16:creationId xmlns:a16="http://schemas.microsoft.com/office/drawing/2014/main" id="{AC930F08-C240-4B95-881F-538D0C390348}"/>
              </a:ext>
            </a:extLst>
          </p:cNvPr>
          <p:cNvSpPr>
            <a:spLocks noGrp="1"/>
          </p:cNvSpPr>
          <p:nvPr/>
        </p:nvSpPr>
        <p:spPr>
          <a:xfrm>
            <a:off x="19525298" y="946594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69" name="bg15-qr-20-22">
            <a:extLst>
              <a:ext uri="{FF2B5EF4-FFF2-40B4-BE49-F238E27FC236}">
                <a16:creationId xmlns:a16="http://schemas.microsoft.com/office/drawing/2014/main" id="{F68EBE8A-32D9-4AE3-93F5-41BDE2E8FE4C}"/>
              </a:ext>
            </a:extLst>
          </p:cNvPr>
          <p:cNvSpPr>
            <a:spLocks noGrp="1"/>
          </p:cNvSpPr>
          <p:nvPr/>
        </p:nvSpPr>
        <p:spPr>
          <a:xfrm>
            <a:off x="19618643" y="946594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0" name="bg15-qr-20-24">
            <a:extLst>
              <a:ext uri="{FF2B5EF4-FFF2-40B4-BE49-F238E27FC236}">
                <a16:creationId xmlns:a16="http://schemas.microsoft.com/office/drawing/2014/main" id="{E6A2B2DF-17B2-4EF6-975E-7E31DBD00EA7}"/>
              </a:ext>
            </a:extLst>
          </p:cNvPr>
          <p:cNvSpPr>
            <a:spLocks noGrp="1"/>
          </p:cNvSpPr>
          <p:nvPr/>
        </p:nvSpPr>
        <p:spPr>
          <a:xfrm>
            <a:off x="19665315" y="9465945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1" name="bg15-qr-20-27">
            <a:extLst>
              <a:ext uri="{FF2B5EF4-FFF2-40B4-BE49-F238E27FC236}">
                <a16:creationId xmlns:a16="http://schemas.microsoft.com/office/drawing/2014/main" id="{6B0C8A59-3548-4C49-8EBA-EC60AC4D63C0}"/>
              </a:ext>
            </a:extLst>
          </p:cNvPr>
          <p:cNvSpPr>
            <a:spLocks noGrp="1"/>
          </p:cNvSpPr>
          <p:nvPr/>
        </p:nvSpPr>
        <p:spPr>
          <a:xfrm>
            <a:off x="19735324" y="946594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2" name="bg15-qr-21-0">
            <a:extLst>
              <a:ext uri="{FF2B5EF4-FFF2-40B4-BE49-F238E27FC236}">
                <a16:creationId xmlns:a16="http://schemas.microsoft.com/office/drawing/2014/main" id="{D1FE81D7-B936-4805-A453-64CE3F18E3D8}"/>
              </a:ext>
            </a:extLst>
          </p:cNvPr>
          <p:cNvSpPr>
            <a:spLocks noGrp="1"/>
          </p:cNvSpPr>
          <p:nvPr/>
        </p:nvSpPr>
        <p:spPr>
          <a:xfrm>
            <a:off x="19105245" y="9489281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3" name="bg15-qr-21-3">
            <a:extLst>
              <a:ext uri="{FF2B5EF4-FFF2-40B4-BE49-F238E27FC236}">
                <a16:creationId xmlns:a16="http://schemas.microsoft.com/office/drawing/2014/main" id="{361C7FC0-2451-42C1-9C3A-215742AF51D9}"/>
              </a:ext>
            </a:extLst>
          </p:cNvPr>
          <p:cNvSpPr>
            <a:spLocks noGrp="1"/>
          </p:cNvSpPr>
          <p:nvPr/>
        </p:nvSpPr>
        <p:spPr>
          <a:xfrm>
            <a:off x="19175254" y="948928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4" name="bg15-qr-21-9">
            <a:extLst>
              <a:ext uri="{FF2B5EF4-FFF2-40B4-BE49-F238E27FC236}">
                <a16:creationId xmlns:a16="http://schemas.microsoft.com/office/drawing/2014/main" id="{646B65B9-BA4F-48A0-81F4-AA9B10F2E67D}"/>
              </a:ext>
            </a:extLst>
          </p:cNvPr>
          <p:cNvSpPr>
            <a:spLocks noGrp="1"/>
          </p:cNvSpPr>
          <p:nvPr/>
        </p:nvSpPr>
        <p:spPr>
          <a:xfrm>
            <a:off x="19315271" y="948928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5" name="bg15-qr-21-11">
            <a:extLst>
              <a:ext uri="{FF2B5EF4-FFF2-40B4-BE49-F238E27FC236}">
                <a16:creationId xmlns:a16="http://schemas.microsoft.com/office/drawing/2014/main" id="{949C86B2-C183-4B5F-B774-74B0759FACF7}"/>
              </a:ext>
            </a:extLst>
          </p:cNvPr>
          <p:cNvSpPr>
            <a:spLocks noGrp="1"/>
          </p:cNvSpPr>
          <p:nvPr/>
        </p:nvSpPr>
        <p:spPr>
          <a:xfrm>
            <a:off x="19361944" y="9489281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6" name="bg15-qr-21-19">
            <a:extLst>
              <a:ext uri="{FF2B5EF4-FFF2-40B4-BE49-F238E27FC236}">
                <a16:creationId xmlns:a16="http://schemas.microsoft.com/office/drawing/2014/main" id="{4DC2DEB6-3A2B-431D-A6B1-42F55E6A7D79}"/>
              </a:ext>
            </a:extLst>
          </p:cNvPr>
          <p:cNvSpPr>
            <a:spLocks noGrp="1"/>
          </p:cNvSpPr>
          <p:nvPr/>
        </p:nvSpPr>
        <p:spPr>
          <a:xfrm>
            <a:off x="19548634" y="9489281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7" name="bg15-qr-21-32">
            <a:extLst>
              <a:ext uri="{FF2B5EF4-FFF2-40B4-BE49-F238E27FC236}">
                <a16:creationId xmlns:a16="http://schemas.microsoft.com/office/drawing/2014/main" id="{72810297-7C07-4F16-8D90-9BF74D7980B4}"/>
              </a:ext>
            </a:extLst>
          </p:cNvPr>
          <p:cNvSpPr>
            <a:spLocks noGrp="1"/>
          </p:cNvSpPr>
          <p:nvPr/>
        </p:nvSpPr>
        <p:spPr>
          <a:xfrm>
            <a:off x="19852005" y="948928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8" name="bg15-qr-22-0">
            <a:extLst>
              <a:ext uri="{FF2B5EF4-FFF2-40B4-BE49-F238E27FC236}">
                <a16:creationId xmlns:a16="http://schemas.microsoft.com/office/drawing/2014/main" id="{E4AEAA1F-ADDD-47A0-898E-E11C908D96B9}"/>
              </a:ext>
            </a:extLst>
          </p:cNvPr>
          <p:cNvSpPr>
            <a:spLocks noGrp="1"/>
          </p:cNvSpPr>
          <p:nvPr/>
        </p:nvSpPr>
        <p:spPr>
          <a:xfrm>
            <a:off x="19105245" y="951261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79" name="bg15-qr-22-4">
            <a:extLst>
              <a:ext uri="{FF2B5EF4-FFF2-40B4-BE49-F238E27FC236}">
                <a16:creationId xmlns:a16="http://schemas.microsoft.com/office/drawing/2014/main" id="{28103790-46C7-4467-AA83-DBD682EE2A62}"/>
              </a:ext>
            </a:extLst>
          </p:cNvPr>
          <p:cNvSpPr>
            <a:spLocks noGrp="1"/>
          </p:cNvSpPr>
          <p:nvPr/>
        </p:nvSpPr>
        <p:spPr>
          <a:xfrm>
            <a:off x="19198590" y="951261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0" name="bg15-qr-22-6">
            <a:extLst>
              <a:ext uri="{FF2B5EF4-FFF2-40B4-BE49-F238E27FC236}">
                <a16:creationId xmlns:a16="http://schemas.microsoft.com/office/drawing/2014/main" id="{1C313621-F045-46B6-A5FF-BFC3F5FBBA13}"/>
              </a:ext>
            </a:extLst>
          </p:cNvPr>
          <p:cNvSpPr>
            <a:spLocks noGrp="1"/>
          </p:cNvSpPr>
          <p:nvPr/>
        </p:nvSpPr>
        <p:spPr>
          <a:xfrm>
            <a:off x="19245263" y="951261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1" name="bg15-qr-22-11">
            <a:extLst>
              <a:ext uri="{FF2B5EF4-FFF2-40B4-BE49-F238E27FC236}">
                <a16:creationId xmlns:a16="http://schemas.microsoft.com/office/drawing/2014/main" id="{C46D2DC0-0B49-43D3-8930-CFDCFD0014E2}"/>
              </a:ext>
            </a:extLst>
          </p:cNvPr>
          <p:cNvSpPr>
            <a:spLocks noGrp="1"/>
          </p:cNvSpPr>
          <p:nvPr/>
        </p:nvSpPr>
        <p:spPr>
          <a:xfrm>
            <a:off x="19361944" y="9512618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2" name="bg15-qr-22-17">
            <a:extLst>
              <a:ext uri="{FF2B5EF4-FFF2-40B4-BE49-F238E27FC236}">
                <a16:creationId xmlns:a16="http://schemas.microsoft.com/office/drawing/2014/main" id="{D3C2E226-AF00-4EBA-9F74-AC195FCAA773}"/>
              </a:ext>
            </a:extLst>
          </p:cNvPr>
          <p:cNvSpPr>
            <a:spLocks noGrp="1"/>
          </p:cNvSpPr>
          <p:nvPr/>
        </p:nvSpPr>
        <p:spPr>
          <a:xfrm>
            <a:off x="19501961" y="9512618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3" name="bg15-qr-22-20">
            <a:extLst>
              <a:ext uri="{FF2B5EF4-FFF2-40B4-BE49-F238E27FC236}">
                <a16:creationId xmlns:a16="http://schemas.microsoft.com/office/drawing/2014/main" id="{34C2A892-8A92-435D-AD1A-8DC633B009FE}"/>
              </a:ext>
            </a:extLst>
          </p:cNvPr>
          <p:cNvSpPr>
            <a:spLocks noGrp="1"/>
          </p:cNvSpPr>
          <p:nvPr/>
        </p:nvSpPr>
        <p:spPr>
          <a:xfrm>
            <a:off x="19571970" y="951261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4" name="bg15-qr-22-25">
            <a:extLst>
              <a:ext uri="{FF2B5EF4-FFF2-40B4-BE49-F238E27FC236}">
                <a16:creationId xmlns:a16="http://schemas.microsoft.com/office/drawing/2014/main" id="{6B70BCEC-4FA9-4219-8BF7-B5AAB6D6EEF1}"/>
              </a:ext>
            </a:extLst>
          </p:cNvPr>
          <p:cNvSpPr>
            <a:spLocks noGrp="1"/>
          </p:cNvSpPr>
          <p:nvPr/>
        </p:nvSpPr>
        <p:spPr>
          <a:xfrm>
            <a:off x="19688651" y="951261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5" name="bg15-qr-22-27">
            <a:extLst>
              <a:ext uri="{FF2B5EF4-FFF2-40B4-BE49-F238E27FC236}">
                <a16:creationId xmlns:a16="http://schemas.microsoft.com/office/drawing/2014/main" id="{3C789BE4-BCEA-4399-BDAD-3A79CA2184CF}"/>
              </a:ext>
            </a:extLst>
          </p:cNvPr>
          <p:cNvSpPr>
            <a:spLocks noGrp="1"/>
          </p:cNvSpPr>
          <p:nvPr/>
        </p:nvSpPr>
        <p:spPr>
          <a:xfrm>
            <a:off x="19735324" y="951261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6" name="bg15-qr-22-29">
            <a:extLst>
              <a:ext uri="{FF2B5EF4-FFF2-40B4-BE49-F238E27FC236}">
                <a16:creationId xmlns:a16="http://schemas.microsoft.com/office/drawing/2014/main" id="{B517CC05-2891-4F37-BE2A-87B75CD70F28}"/>
              </a:ext>
            </a:extLst>
          </p:cNvPr>
          <p:cNvSpPr>
            <a:spLocks noGrp="1"/>
          </p:cNvSpPr>
          <p:nvPr/>
        </p:nvSpPr>
        <p:spPr>
          <a:xfrm>
            <a:off x="19781996" y="951261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7" name="bg15-qr-23-0">
            <a:extLst>
              <a:ext uri="{FF2B5EF4-FFF2-40B4-BE49-F238E27FC236}">
                <a16:creationId xmlns:a16="http://schemas.microsoft.com/office/drawing/2014/main" id="{0DE5ACE6-50D9-4907-A54A-BFA6F17EE43D}"/>
              </a:ext>
            </a:extLst>
          </p:cNvPr>
          <p:cNvSpPr>
            <a:spLocks noGrp="1"/>
          </p:cNvSpPr>
          <p:nvPr/>
        </p:nvSpPr>
        <p:spPr>
          <a:xfrm>
            <a:off x="19105245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8" name="bg15-qr-23-2">
            <a:extLst>
              <a:ext uri="{FF2B5EF4-FFF2-40B4-BE49-F238E27FC236}">
                <a16:creationId xmlns:a16="http://schemas.microsoft.com/office/drawing/2014/main" id="{14FE2A9E-BC41-4356-A884-441554846422}"/>
              </a:ext>
            </a:extLst>
          </p:cNvPr>
          <p:cNvSpPr>
            <a:spLocks noGrp="1"/>
          </p:cNvSpPr>
          <p:nvPr/>
        </p:nvSpPr>
        <p:spPr>
          <a:xfrm>
            <a:off x="19151918" y="953595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89" name="bg15-qr-23-7">
            <a:extLst>
              <a:ext uri="{FF2B5EF4-FFF2-40B4-BE49-F238E27FC236}">
                <a16:creationId xmlns:a16="http://schemas.microsoft.com/office/drawing/2014/main" id="{2E0557AB-5F97-4997-8393-4C69B6C7ADAF}"/>
              </a:ext>
            </a:extLst>
          </p:cNvPr>
          <p:cNvSpPr>
            <a:spLocks noGrp="1"/>
          </p:cNvSpPr>
          <p:nvPr/>
        </p:nvSpPr>
        <p:spPr>
          <a:xfrm>
            <a:off x="19268599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0" name="bg15-qr-23-9">
            <a:extLst>
              <a:ext uri="{FF2B5EF4-FFF2-40B4-BE49-F238E27FC236}">
                <a16:creationId xmlns:a16="http://schemas.microsoft.com/office/drawing/2014/main" id="{E0050CBB-33A4-4046-8A88-7E04E7C20A1E}"/>
              </a:ext>
            </a:extLst>
          </p:cNvPr>
          <p:cNvSpPr>
            <a:spLocks noGrp="1"/>
          </p:cNvSpPr>
          <p:nvPr/>
        </p:nvSpPr>
        <p:spPr>
          <a:xfrm>
            <a:off x="19315271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1" name="bg15-qr-23-11">
            <a:extLst>
              <a:ext uri="{FF2B5EF4-FFF2-40B4-BE49-F238E27FC236}">
                <a16:creationId xmlns:a16="http://schemas.microsoft.com/office/drawing/2014/main" id="{77CE57D8-CF34-4599-8524-9359A8A6A9E2}"/>
              </a:ext>
            </a:extLst>
          </p:cNvPr>
          <p:cNvSpPr>
            <a:spLocks noGrp="1"/>
          </p:cNvSpPr>
          <p:nvPr/>
        </p:nvSpPr>
        <p:spPr>
          <a:xfrm>
            <a:off x="19361944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2" name="bg15-qr-23-13">
            <a:extLst>
              <a:ext uri="{FF2B5EF4-FFF2-40B4-BE49-F238E27FC236}">
                <a16:creationId xmlns:a16="http://schemas.microsoft.com/office/drawing/2014/main" id="{9456F446-5F66-4FB2-ACE3-177B6FE78C86}"/>
              </a:ext>
            </a:extLst>
          </p:cNvPr>
          <p:cNvSpPr>
            <a:spLocks noGrp="1"/>
          </p:cNvSpPr>
          <p:nvPr/>
        </p:nvSpPr>
        <p:spPr>
          <a:xfrm>
            <a:off x="19408616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3" name="bg15-qr-23-16">
            <a:extLst>
              <a:ext uri="{FF2B5EF4-FFF2-40B4-BE49-F238E27FC236}">
                <a16:creationId xmlns:a16="http://schemas.microsoft.com/office/drawing/2014/main" id="{8E27AEBB-AF01-438D-9BED-2B5B9BAE1368}"/>
              </a:ext>
            </a:extLst>
          </p:cNvPr>
          <p:cNvSpPr>
            <a:spLocks noGrp="1"/>
          </p:cNvSpPr>
          <p:nvPr/>
        </p:nvSpPr>
        <p:spPr>
          <a:xfrm>
            <a:off x="19478625" y="953595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4" name="bg15-qr-23-21">
            <a:extLst>
              <a:ext uri="{FF2B5EF4-FFF2-40B4-BE49-F238E27FC236}">
                <a16:creationId xmlns:a16="http://schemas.microsoft.com/office/drawing/2014/main" id="{DA8F0C65-3546-4D56-8FA2-400045D91D3B}"/>
              </a:ext>
            </a:extLst>
          </p:cNvPr>
          <p:cNvSpPr>
            <a:spLocks noGrp="1"/>
          </p:cNvSpPr>
          <p:nvPr/>
        </p:nvSpPr>
        <p:spPr>
          <a:xfrm>
            <a:off x="19595306" y="9535954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5" name="bg15-qr-23-25">
            <a:extLst>
              <a:ext uri="{FF2B5EF4-FFF2-40B4-BE49-F238E27FC236}">
                <a16:creationId xmlns:a16="http://schemas.microsoft.com/office/drawing/2014/main" id="{78D32E8F-6E80-4819-8772-F07E89569926}"/>
              </a:ext>
            </a:extLst>
          </p:cNvPr>
          <p:cNvSpPr>
            <a:spLocks noGrp="1"/>
          </p:cNvSpPr>
          <p:nvPr/>
        </p:nvSpPr>
        <p:spPr>
          <a:xfrm>
            <a:off x="19688651" y="953595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6" name="bg15-qr-23-29">
            <a:extLst>
              <a:ext uri="{FF2B5EF4-FFF2-40B4-BE49-F238E27FC236}">
                <a16:creationId xmlns:a16="http://schemas.microsoft.com/office/drawing/2014/main" id="{D3A02075-393A-4CDE-B829-E570909EACEB}"/>
              </a:ext>
            </a:extLst>
          </p:cNvPr>
          <p:cNvSpPr>
            <a:spLocks noGrp="1"/>
          </p:cNvSpPr>
          <p:nvPr/>
        </p:nvSpPr>
        <p:spPr>
          <a:xfrm>
            <a:off x="19781996" y="9535954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7" name="bg15-qr-24-0">
            <a:extLst>
              <a:ext uri="{FF2B5EF4-FFF2-40B4-BE49-F238E27FC236}">
                <a16:creationId xmlns:a16="http://schemas.microsoft.com/office/drawing/2014/main" id="{8919D3DA-5A32-475D-A177-874E2C5BE5B7}"/>
              </a:ext>
            </a:extLst>
          </p:cNvPr>
          <p:cNvSpPr>
            <a:spLocks noGrp="1"/>
          </p:cNvSpPr>
          <p:nvPr/>
        </p:nvSpPr>
        <p:spPr>
          <a:xfrm>
            <a:off x="19105245" y="955929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8" name="bg15-qr-24-3">
            <a:extLst>
              <a:ext uri="{FF2B5EF4-FFF2-40B4-BE49-F238E27FC236}">
                <a16:creationId xmlns:a16="http://schemas.microsoft.com/office/drawing/2014/main" id="{5625A744-551B-4CE0-BA71-28E9364F627D}"/>
              </a:ext>
            </a:extLst>
          </p:cNvPr>
          <p:cNvSpPr>
            <a:spLocks noGrp="1"/>
          </p:cNvSpPr>
          <p:nvPr/>
        </p:nvSpPr>
        <p:spPr>
          <a:xfrm>
            <a:off x="19175254" y="9559290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699" name="bg15-qr-24-6">
            <a:extLst>
              <a:ext uri="{FF2B5EF4-FFF2-40B4-BE49-F238E27FC236}">
                <a16:creationId xmlns:a16="http://schemas.microsoft.com/office/drawing/2014/main" id="{81380BBA-DD43-48BD-A041-3978BC1F254F}"/>
              </a:ext>
            </a:extLst>
          </p:cNvPr>
          <p:cNvSpPr>
            <a:spLocks noGrp="1"/>
          </p:cNvSpPr>
          <p:nvPr/>
        </p:nvSpPr>
        <p:spPr>
          <a:xfrm>
            <a:off x="19245263" y="955929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0" name="bg15-qr-24-8">
            <a:extLst>
              <a:ext uri="{FF2B5EF4-FFF2-40B4-BE49-F238E27FC236}">
                <a16:creationId xmlns:a16="http://schemas.microsoft.com/office/drawing/2014/main" id="{DFE54E74-038E-4A43-B2BB-564E00200022}"/>
              </a:ext>
            </a:extLst>
          </p:cNvPr>
          <p:cNvSpPr>
            <a:spLocks noGrp="1"/>
          </p:cNvSpPr>
          <p:nvPr/>
        </p:nvSpPr>
        <p:spPr>
          <a:xfrm>
            <a:off x="19291935" y="955929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1" name="bg15-qr-24-11">
            <a:extLst>
              <a:ext uri="{FF2B5EF4-FFF2-40B4-BE49-F238E27FC236}">
                <a16:creationId xmlns:a16="http://schemas.microsoft.com/office/drawing/2014/main" id="{3B709209-DAFC-4EC4-8A8D-ADD7BF9BA33C}"/>
              </a:ext>
            </a:extLst>
          </p:cNvPr>
          <p:cNvSpPr>
            <a:spLocks noGrp="1"/>
          </p:cNvSpPr>
          <p:nvPr/>
        </p:nvSpPr>
        <p:spPr>
          <a:xfrm>
            <a:off x="19361944" y="9559290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2" name="bg15-qr-24-17">
            <a:extLst>
              <a:ext uri="{FF2B5EF4-FFF2-40B4-BE49-F238E27FC236}">
                <a16:creationId xmlns:a16="http://schemas.microsoft.com/office/drawing/2014/main" id="{07B63F68-1C66-435B-A55B-394F31AB1D93}"/>
              </a:ext>
            </a:extLst>
          </p:cNvPr>
          <p:cNvSpPr>
            <a:spLocks noGrp="1"/>
          </p:cNvSpPr>
          <p:nvPr/>
        </p:nvSpPr>
        <p:spPr>
          <a:xfrm>
            <a:off x="19501961" y="9559290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3" name="bg15-qr-24-22">
            <a:extLst>
              <a:ext uri="{FF2B5EF4-FFF2-40B4-BE49-F238E27FC236}">
                <a16:creationId xmlns:a16="http://schemas.microsoft.com/office/drawing/2014/main" id="{6D76D56B-2AAA-44A1-8018-F3D86FEC350B}"/>
              </a:ext>
            </a:extLst>
          </p:cNvPr>
          <p:cNvSpPr>
            <a:spLocks noGrp="1"/>
          </p:cNvSpPr>
          <p:nvPr/>
        </p:nvSpPr>
        <p:spPr>
          <a:xfrm>
            <a:off x="19618643" y="9559290"/>
            <a:ext cx="186690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4" name="bg15-qr-25-8">
            <a:extLst>
              <a:ext uri="{FF2B5EF4-FFF2-40B4-BE49-F238E27FC236}">
                <a16:creationId xmlns:a16="http://schemas.microsoft.com/office/drawing/2014/main" id="{440C2BCA-F325-42E1-8C8C-4074E188D57B}"/>
              </a:ext>
            </a:extLst>
          </p:cNvPr>
          <p:cNvSpPr>
            <a:spLocks noGrp="1"/>
          </p:cNvSpPr>
          <p:nvPr/>
        </p:nvSpPr>
        <p:spPr>
          <a:xfrm>
            <a:off x="19291935" y="9582626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5" name="bg15-qr-25-17">
            <a:extLst>
              <a:ext uri="{FF2B5EF4-FFF2-40B4-BE49-F238E27FC236}">
                <a16:creationId xmlns:a16="http://schemas.microsoft.com/office/drawing/2014/main" id="{EC630A5C-834A-42F0-AE7B-A2594CDE4EEC}"/>
              </a:ext>
            </a:extLst>
          </p:cNvPr>
          <p:cNvSpPr>
            <a:spLocks noGrp="1"/>
          </p:cNvSpPr>
          <p:nvPr/>
        </p:nvSpPr>
        <p:spPr>
          <a:xfrm>
            <a:off x="19501961" y="958262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6" name="bg15-qr-25-19">
            <a:extLst>
              <a:ext uri="{FF2B5EF4-FFF2-40B4-BE49-F238E27FC236}">
                <a16:creationId xmlns:a16="http://schemas.microsoft.com/office/drawing/2014/main" id="{B2838731-B740-40DF-81D3-5C18C188C8F6}"/>
              </a:ext>
            </a:extLst>
          </p:cNvPr>
          <p:cNvSpPr>
            <a:spLocks noGrp="1"/>
          </p:cNvSpPr>
          <p:nvPr/>
        </p:nvSpPr>
        <p:spPr>
          <a:xfrm>
            <a:off x="19548634" y="958262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7" name="bg15-qr-25-21">
            <a:extLst>
              <a:ext uri="{FF2B5EF4-FFF2-40B4-BE49-F238E27FC236}">
                <a16:creationId xmlns:a16="http://schemas.microsoft.com/office/drawing/2014/main" id="{89682FF9-42CB-4213-BE71-E909C5D84CBD}"/>
              </a:ext>
            </a:extLst>
          </p:cNvPr>
          <p:cNvSpPr>
            <a:spLocks noGrp="1"/>
          </p:cNvSpPr>
          <p:nvPr/>
        </p:nvSpPr>
        <p:spPr>
          <a:xfrm>
            <a:off x="19595306" y="958262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8" name="bg15-qr-25-23">
            <a:extLst>
              <a:ext uri="{FF2B5EF4-FFF2-40B4-BE49-F238E27FC236}">
                <a16:creationId xmlns:a16="http://schemas.microsoft.com/office/drawing/2014/main" id="{AC076FB7-9B48-4C1A-AEFD-9CE80FB116A8}"/>
              </a:ext>
            </a:extLst>
          </p:cNvPr>
          <p:cNvSpPr>
            <a:spLocks noGrp="1"/>
          </p:cNvSpPr>
          <p:nvPr/>
        </p:nvSpPr>
        <p:spPr>
          <a:xfrm>
            <a:off x="19641979" y="9582626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09" name="bg15-qr-25-28">
            <a:extLst>
              <a:ext uri="{FF2B5EF4-FFF2-40B4-BE49-F238E27FC236}">
                <a16:creationId xmlns:a16="http://schemas.microsoft.com/office/drawing/2014/main" id="{AE47F641-E768-471A-B5E1-35286330126F}"/>
              </a:ext>
            </a:extLst>
          </p:cNvPr>
          <p:cNvSpPr>
            <a:spLocks noGrp="1"/>
          </p:cNvSpPr>
          <p:nvPr/>
        </p:nvSpPr>
        <p:spPr>
          <a:xfrm>
            <a:off x="19758660" y="9582626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0" name="bg15-qr-25-30">
            <a:extLst>
              <a:ext uri="{FF2B5EF4-FFF2-40B4-BE49-F238E27FC236}">
                <a16:creationId xmlns:a16="http://schemas.microsoft.com/office/drawing/2014/main" id="{E5A6220A-A02C-4923-B296-40F28AD1B69A}"/>
              </a:ext>
            </a:extLst>
          </p:cNvPr>
          <p:cNvSpPr>
            <a:spLocks noGrp="1"/>
          </p:cNvSpPr>
          <p:nvPr/>
        </p:nvSpPr>
        <p:spPr>
          <a:xfrm>
            <a:off x="19805333" y="9582626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1" name="bg15-qr-26-0">
            <a:extLst>
              <a:ext uri="{FF2B5EF4-FFF2-40B4-BE49-F238E27FC236}">
                <a16:creationId xmlns:a16="http://schemas.microsoft.com/office/drawing/2014/main" id="{7584CFEF-C967-44BA-A89D-5CED43165EA2}"/>
              </a:ext>
            </a:extLst>
          </p:cNvPr>
          <p:cNvSpPr>
            <a:spLocks noGrp="1"/>
          </p:cNvSpPr>
          <p:nvPr/>
        </p:nvSpPr>
        <p:spPr>
          <a:xfrm>
            <a:off x="19105245" y="9605963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2" name="bg15-qr-26-11">
            <a:extLst>
              <a:ext uri="{FF2B5EF4-FFF2-40B4-BE49-F238E27FC236}">
                <a16:creationId xmlns:a16="http://schemas.microsoft.com/office/drawing/2014/main" id="{0C75254A-B659-481F-814A-4D97F3E501E3}"/>
              </a:ext>
            </a:extLst>
          </p:cNvPr>
          <p:cNvSpPr>
            <a:spLocks noGrp="1"/>
          </p:cNvSpPr>
          <p:nvPr/>
        </p:nvSpPr>
        <p:spPr>
          <a:xfrm>
            <a:off x="19361944" y="960596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3" name="bg15-qr-26-14">
            <a:extLst>
              <a:ext uri="{FF2B5EF4-FFF2-40B4-BE49-F238E27FC236}">
                <a16:creationId xmlns:a16="http://schemas.microsoft.com/office/drawing/2014/main" id="{90275302-88FC-4B4E-A227-7251A73D4FFD}"/>
              </a:ext>
            </a:extLst>
          </p:cNvPr>
          <p:cNvSpPr>
            <a:spLocks noGrp="1"/>
          </p:cNvSpPr>
          <p:nvPr/>
        </p:nvSpPr>
        <p:spPr>
          <a:xfrm>
            <a:off x="19431953" y="9605963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4" name="bg15-qr-26-20">
            <a:extLst>
              <a:ext uri="{FF2B5EF4-FFF2-40B4-BE49-F238E27FC236}">
                <a16:creationId xmlns:a16="http://schemas.microsoft.com/office/drawing/2014/main" id="{03E351C8-165E-4856-9DBD-9DD0A6D775B0}"/>
              </a:ext>
            </a:extLst>
          </p:cNvPr>
          <p:cNvSpPr>
            <a:spLocks noGrp="1"/>
          </p:cNvSpPr>
          <p:nvPr/>
        </p:nvSpPr>
        <p:spPr>
          <a:xfrm>
            <a:off x="19571970" y="9605963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5" name="bg15-qr-26-26">
            <a:extLst>
              <a:ext uri="{FF2B5EF4-FFF2-40B4-BE49-F238E27FC236}">
                <a16:creationId xmlns:a16="http://schemas.microsoft.com/office/drawing/2014/main" id="{D4F1FEF0-0E43-4177-9DD1-EF6DA59C9B1F}"/>
              </a:ext>
            </a:extLst>
          </p:cNvPr>
          <p:cNvSpPr>
            <a:spLocks noGrp="1"/>
          </p:cNvSpPr>
          <p:nvPr/>
        </p:nvSpPr>
        <p:spPr>
          <a:xfrm>
            <a:off x="19711988" y="960596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6" name="bg15-qr-26-28">
            <a:extLst>
              <a:ext uri="{FF2B5EF4-FFF2-40B4-BE49-F238E27FC236}">
                <a16:creationId xmlns:a16="http://schemas.microsoft.com/office/drawing/2014/main" id="{9B252DB9-266E-44F4-A290-C6B1836C00E0}"/>
              </a:ext>
            </a:extLst>
          </p:cNvPr>
          <p:cNvSpPr>
            <a:spLocks noGrp="1"/>
          </p:cNvSpPr>
          <p:nvPr/>
        </p:nvSpPr>
        <p:spPr>
          <a:xfrm>
            <a:off x="19758660" y="9605963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7" name="bg15-qr-26-30">
            <a:extLst>
              <a:ext uri="{FF2B5EF4-FFF2-40B4-BE49-F238E27FC236}">
                <a16:creationId xmlns:a16="http://schemas.microsoft.com/office/drawing/2014/main" id="{B4A3C944-67D5-48DC-837C-C0967FD6AE5D}"/>
              </a:ext>
            </a:extLst>
          </p:cNvPr>
          <p:cNvSpPr>
            <a:spLocks noGrp="1"/>
          </p:cNvSpPr>
          <p:nvPr/>
        </p:nvSpPr>
        <p:spPr>
          <a:xfrm>
            <a:off x="19805333" y="9605963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8" name="bg15-qr-27-0">
            <a:extLst>
              <a:ext uri="{FF2B5EF4-FFF2-40B4-BE49-F238E27FC236}">
                <a16:creationId xmlns:a16="http://schemas.microsoft.com/office/drawing/2014/main" id="{9A368E53-8A88-4801-8A8F-7A358FD49F29}"/>
              </a:ext>
            </a:extLst>
          </p:cNvPr>
          <p:cNvSpPr>
            <a:spLocks noGrp="1"/>
          </p:cNvSpPr>
          <p:nvPr/>
        </p:nvSpPr>
        <p:spPr>
          <a:xfrm>
            <a:off x="19105245" y="962929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19" name="bg15-qr-27-6">
            <a:extLst>
              <a:ext uri="{FF2B5EF4-FFF2-40B4-BE49-F238E27FC236}">
                <a16:creationId xmlns:a16="http://schemas.microsoft.com/office/drawing/2014/main" id="{CBF911B4-4A46-4213-9226-E6CE64FC13B7}"/>
              </a:ext>
            </a:extLst>
          </p:cNvPr>
          <p:cNvSpPr>
            <a:spLocks noGrp="1"/>
          </p:cNvSpPr>
          <p:nvPr/>
        </p:nvSpPr>
        <p:spPr>
          <a:xfrm>
            <a:off x="19245263" y="962929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0" name="bg15-qr-27-8">
            <a:extLst>
              <a:ext uri="{FF2B5EF4-FFF2-40B4-BE49-F238E27FC236}">
                <a16:creationId xmlns:a16="http://schemas.microsoft.com/office/drawing/2014/main" id="{57C213EF-B10E-4A4D-BB45-156A86585DF8}"/>
              </a:ext>
            </a:extLst>
          </p:cNvPr>
          <p:cNvSpPr>
            <a:spLocks noGrp="1"/>
          </p:cNvSpPr>
          <p:nvPr/>
        </p:nvSpPr>
        <p:spPr>
          <a:xfrm>
            <a:off x="19291935" y="962929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1" name="bg15-qr-27-10">
            <a:extLst>
              <a:ext uri="{FF2B5EF4-FFF2-40B4-BE49-F238E27FC236}">
                <a16:creationId xmlns:a16="http://schemas.microsoft.com/office/drawing/2014/main" id="{CC950B95-548B-4548-8FA3-15B44DF33B13}"/>
              </a:ext>
            </a:extLst>
          </p:cNvPr>
          <p:cNvSpPr>
            <a:spLocks noGrp="1"/>
          </p:cNvSpPr>
          <p:nvPr/>
        </p:nvSpPr>
        <p:spPr>
          <a:xfrm>
            <a:off x="19338608" y="9629299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2" name="bg15-qr-27-15">
            <a:extLst>
              <a:ext uri="{FF2B5EF4-FFF2-40B4-BE49-F238E27FC236}">
                <a16:creationId xmlns:a16="http://schemas.microsoft.com/office/drawing/2014/main" id="{86313FEA-EEA7-42C3-A572-D4D1A8CE406F}"/>
              </a:ext>
            </a:extLst>
          </p:cNvPr>
          <p:cNvSpPr>
            <a:spLocks noGrp="1"/>
          </p:cNvSpPr>
          <p:nvPr/>
        </p:nvSpPr>
        <p:spPr>
          <a:xfrm>
            <a:off x="19455289" y="9629299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3" name="bg15-qr-27-17">
            <a:extLst>
              <a:ext uri="{FF2B5EF4-FFF2-40B4-BE49-F238E27FC236}">
                <a16:creationId xmlns:a16="http://schemas.microsoft.com/office/drawing/2014/main" id="{BFEBCBB9-9B4E-4E69-A266-F90E46946898}"/>
              </a:ext>
            </a:extLst>
          </p:cNvPr>
          <p:cNvSpPr>
            <a:spLocks noGrp="1"/>
          </p:cNvSpPr>
          <p:nvPr/>
        </p:nvSpPr>
        <p:spPr>
          <a:xfrm>
            <a:off x="19501961" y="9629299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4" name="bg15-qr-27-20">
            <a:extLst>
              <a:ext uri="{FF2B5EF4-FFF2-40B4-BE49-F238E27FC236}">
                <a16:creationId xmlns:a16="http://schemas.microsoft.com/office/drawing/2014/main" id="{5F46F289-FB70-4DA1-891D-C4964FD38743}"/>
              </a:ext>
            </a:extLst>
          </p:cNvPr>
          <p:cNvSpPr>
            <a:spLocks noGrp="1"/>
          </p:cNvSpPr>
          <p:nvPr/>
        </p:nvSpPr>
        <p:spPr>
          <a:xfrm>
            <a:off x="19571970" y="9629299"/>
            <a:ext cx="116681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5" name="bg15-qr-27-28">
            <a:extLst>
              <a:ext uri="{FF2B5EF4-FFF2-40B4-BE49-F238E27FC236}">
                <a16:creationId xmlns:a16="http://schemas.microsoft.com/office/drawing/2014/main" id="{C3183D50-C3CA-489D-8447-28C0E11B0E46}"/>
              </a:ext>
            </a:extLst>
          </p:cNvPr>
          <p:cNvSpPr>
            <a:spLocks noGrp="1"/>
          </p:cNvSpPr>
          <p:nvPr/>
        </p:nvSpPr>
        <p:spPr>
          <a:xfrm>
            <a:off x="19758660" y="9629299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6" name="bg15-qr-28-0">
            <a:extLst>
              <a:ext uri="{FF2B5EF4-FFF2-40B4-BE49-F238E27FC236}">
                <a16:creationId xmlns:a16="http://schemas.microsoft.com/office/drawing/2014/main" id="{948B2E20-8425-45A6-BD22-189B464ACB1A}"/>
              </a:ext>
            </a:extLst>
          </p:cNvPr>
          <p:cNvSpPr>
            <a:spLocks noGrp="1"/>
          </p:cNvSpPr>
          <p:nvPr/>
        </p:nvSpPr>
        <p:spPr>
          <a:xfrm>
            <a:off x="19105245" y="965263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7" name="bg15-qr-28-2">
            <a:extLst>
              <a:ext uri="{FF2B5EF4-FFF2-40B4-BE49-F238E27FC236}">
                <a16:creationId xmlns:a16="http://schemas.microsoft.com/office/drawing/2014/main" id="{638291CB-1B12-444A-853A-2713A36A9297}"/>
              </a:ext>
            </a:extLst>
          </p:cNvPr>
          <p:cNvSpPr>
            <a:spLocks noGrp="1"/>
          </p:cNvSpPr>
          <p:nvPr/>
        </p:nvSpPr>
        <p:spPr>
          <a:xfrm>
            <a:off x="19151918" y="965263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8" name="bg15-qr-28-6">
            <a:extLst>
              <a:ext uri="{FF2B5EF4-FFF2-40B4-BE49-F238E27FC236}">
                <a16:creationId xmlns:a16="http://schemas.microsoft.com/office/drawing/2014/main" id="{2DBA0702-FC58-4116-B766-931A6D0F2EF9}"/>
              </a:ext>
            </a:extLst>
          </p:cNvPr>
          <p:cNvSpPr>
            <a:spLocks noGrp="1"/>
          </p:cNvSpPr>
          <p:nvPr/>
        </p:nvSpPr>
        <p:spPr>
          <a:xfrm>
            <a:off x="19245263" y="965263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29" name="bg15-qr-28-8">
            <a:extLst>
              <a:ext uri="{FF2B5EF4-FFF2-40B4-BE49-F238E27FC236}">
                <a16:creationId xmlns:a16="http://schemas.microsoft.com/office/drawing/2014/main" id="{1FCE5677-CD62-471B-9E7C-F818EB62396E}"/>
              </a:ext>
            </a:extLst>
          </p:cNvPr>
          <p:cNvSpPr>
            <a:spLocks noGrp="1"/>
          </p:cNvSpPr>
          <p:nvPr/>
        </p:nvSpPr>
        <p:spPr>
          <a:xfrm>
            <a:off x="19291935" y="9652635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0" name="bg15-qr-28-14">
            <a:extLst>
              <a:ext uri="{FF2B5EF4-FFF2-40B4-BE49-F238E27FC236}">
                <a16:creationId xmlns:a16="http://schemas.microsoft.com/office/drawing/2014/main" id="{B3E79045-8579-4B4B-98B9-D8F94430D300}"/>
              </a:ext>
            </a:extLst>
          </p:cNvPr>
          <p:cNvSpPr>
            <a:spLocks noGrp="1"/>
          </p:cNvSpPr>
          <p:nvPr/>
        </p:nvSpPr>
        <p:spPr>
          <a:xfrm>
            <a:off x="19431953" y="9652635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1" name="bg15-qr-28-19">
            <a:extLst>
              <a:ext uri="{FF2B5EF4-FFF2-40B4-BE49-F238E27FC236}">
                <a16:creationId xmlns:a16="http://schemas.microsoft.com/office/drawing/2014/main" id="{248FB1E4-163A-4A4E-8062-8B956EAEA8B5}"/>
              </a:ext>
            </a:extLst>
          </p:cNvPr>
          <p:cNvSpPr>
            <a:spLocks noGrp="1"/>
          </p:cNvSpPr>
          <p:nvPr/>
        </p:nvSpPr>
        <p:spPr>
          <a:xfrm>
            <a:off x="19548634" y="965263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2" name="bg15-qr-28-22">
            <a:extLst>
              <a:ext uri="{FF2B5EF4-FFF2-40B4-BE49-F238E27FC236}">
                <a16:creationId xmlns:a16="http://schemas.microsoft.com/office/drawing/2014/main" id="{6959B524-0ACB-4C77-82F6-CE7EE444CBEA}"/>
              </a:ext>
            </a:extLst>
          </p:cNvPr>
          <p:cNvSpPr>
            <a:spLocks noGrp="1"/>
          </p:cNvSpPr>
          <p:nvPr/>
        </p:nvSpPr>
        <p:spPr>
          <a:xfrm>
            <a:off x="19618643" y="965263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3" name="bg15-qr-28-24">
            <a:extLst>
              <a:ext uri="{FF2B5EF4-FFF2-40B4-BE49-F238E27FC236}">
                <a16:creationId xmlns:a16="http://schemas.microsoft.com/office/drawing/2014/main" id="{71ADE684-CEC5-4DBD-A4B8-BE3BEBBEBC6B}"/>
              </a:ext>
            </a:extLst>
          </p:cNvPr>
          <p:cNvSpPr>
            <a:spLocks noGrp="1"/>
          </p:cNvSpPr>
          <p:nvPr/>
        </p:nvSpPr>
        <p:spPr>
          <a:xfrm>
            <a:off x="19665315" y="9652635"/>
            <a:ext cx="140018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4" name="bg15-qr-28-31">
            <a:extLst>
              <a:ext uri="{FF2B5EF4-FFF2-40B4-BE49-F238E27FC236}">
                <a16:creationId xmlns:a16="http://schemas.microsoft.com/office/drawing/2014/main" id="{A1C8C449-5831-4960-90D1-7277BB3BECB0}"/>
              </a:ext>
            </a:extLst>
          </p:cNvPr>
          <p:cNvSpPr>
            <a:spLocks noGrp="1"/>
          </p:cNvSpPr>
          <p:nvPr/>
        </p:nvSpPr>
        <p:spPr>
          <a:xfrm>
            <a:off x="19828669" y="9652635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5" name="bg15-qr-29-0">
            <a:extLst>
              <a:ext uri="{FF2B5EF4-FFF2-40B4-BE49-F238E27FC236}">
                <a16:creationId xmlns:a16="http://schemas.microsoft.com/office/drawing/2014/main" id="{4493D45F-31B1-486B-984B-20414B153152}"/>
              </a:ext>
            </a:extLst>
          </p:cNvPr>
          <p:cNvSpPr>
            <a:spLocks noGrp="1"/>
          </p:cNvSpPr>
          <p:nvPr/>
        </p:nvSpPr>
        <p:spPr>
          <a:xfrm>
            <a:off x="19105245" y="967597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6" name="bg15-qr-29-2">
            <a:extLst>
              <a:ext uri="{FF2B5EF4-FFF2-40B4-BE49-F238E27FC236}">
                <a16:creationId xmlns:a16="http://schemas.microsoft.com/office/drawing/2014/main" id="{83991F57-F717-4499-8D93-E88B4373743F}"/>
              </a:ext>
            </a:extLst>
          </p:cNvPr>
          <p:cNvSpPr>
            <a:spLocks noGrp="1"/>
          </p:cNvSpPr>
          <p:nvPr/>
        </p:nvSpPr>
        <p:spPr>
          <a:xfrm>
            <a:off x="19151918" y="967597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7" name="bg15-qr-29-6">
            <a:extLst>
              <a:ext uri="{FF2B5EF4-FFF2-40B4-BE49-F238E27FC236}">
                <a16:creationId xmlns:a16="http://schemas.microsoft.com/office/drawing/2014/main" id="{61DF9642-276A-4015-8EEA-0E63B74E484F}"/>
              </a:ext>
            </a:extLst>
          </p:cNvPr>
          <p:cNvSpPr>
            <a:spLocks noGrp="1"/>
          </p:cNvSpPr>
          <p:nvPr/>
        </p:nvSpPr>
        <p:spPr>
          <a:xfrm>
            <a:off x="19245263" y="967597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8" name="bg15-qr-29-8">
            <a:extLst>
              <a:ext uri="{FF2B5EF4-FFF2-40B4-BE49-F238E27FC236}">
                <a16:creationId xmlns:a16="http://schemas.microsoft.com/office/drawing/2014/main" id="{7D25B59F-9124-4240-9400-DCA8167A707A}"/>
              </a:ext>
            </a:extLst>
          </p:cNvPr>
          <p:cNvSpPr>
            <a:spLocks noGrp="1"/>
          </p:cNvSpPr>
          <p:nvPr/>
        </p:nvSpPr>
        <p:spPr>
          <a:xfrm>
            <a:off x="19291935" y="9675971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39" name="bg15-qr-29-13">
            <a:extLst>
              <a:ext uri="{FF2B5EF4-FFF2-40B4-BE49-F238E27FC236}">
                <a16:creationId xmlns:a16="http://schemas.microsoft.com/office/drawing/2014/main" id="{ED148CA1-4D1B-4A67-BD53-96B187DEDACD}"/>
              </a:ext>
            </a:extLst>
          </p:cNvPr>
          <p:cNvSpPr>
            <a:spLocks noGrp="1"/>
          </p:cNvSpPr>
          <p:nvPr/>
        </p:nvSpPr>
        <p:spPr>
          <a:xfrm>
            <a:off x="19408616" y="967597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0" name="bg15-qr-29-15">
            <a:extLst>
              <a:ext uri="{FF2B5EF4-FFF2-40B4-BE49-F238E27FC236}">
                <a16:creationId xmlns:a16="http://schemas.microsoft.com/office/drawing/2014/main" id="{59B617DF-651C-4773-A44D-227A27C63BFB}"/>
              </a:ext>
            </a:extLst>
          </p:cNvPr>
          <p:cNvSpPr>
            <a:spLocks noGrp="1"/>
          </p:cNvSpPr>
          <p:nvPr/>
        </p:nvSpPr>
        <p:spPr>
          <a:xfrm>
            <a:off x="19455289" y="967597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1" name="bg15-qr-29-18">
            <a:extLst>
              <a:ext uri="{FF2B5EF4-FFF2-40B4-BE49-F238E27FC236}">
                <a16:creationId xmlns:a16="http://schemas.microsoft.com/office/drawing/2014/main" id="{AFCE5E03-6A63-4591-AC15-F78FA479783F}"/>
              </a:ext>
            </a:extLst>
          </p:cNvPr>
          <p:cNvSpPr>
            <a:spLocks noGrp="1"/>
          </p:cNvSpPr>
          <p:nvPr/>
        </p:nvSpPr>
        <p:spPr>
          <a:xfrm>
            <a:off x="19525298" y="967597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2" name="bg15-qr-29-23">
            <a:extLst>
              <a:ext uri="{FF2B5EF4-FFF2-40B4-BE49-F238E27FC236}">
                <a16:creationId xmlns:a16="http://schemas.microsoft.com/office/drawing/2014/main" id="{369BC801-A1FD-42B9-8099-89B7BBF5DD99}"/>
              </a:ext>
            </a:extLst>
          </p:cNvPr>
          <p:cNvSpPr>
            <a:spLocks noGrp="1"/>
          </p:cNvSpPr>
          <p:nvPr/>
        </p:nvSpPr>
        <p:spPr>
          <a:xfrm>
            <a:off x="19641979" y="967597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3" name="bg15-qr-29-28">
            <a:extLst>
              <a:ext uri="{FF2B5EF4-FFF2-40B4-BE49-F238E27FC236}">
                <a16:creationId xmlns:a16="http://schemas.microsoft.com/office/drawing/2014/main" id="{7FD9BACD-EC33-4E34-95B8-7A7E58C90A8C}"/>
              </a:ext>
            </a:extLst>
          </p:cNvPr>
          <p:cNvSpPr>
            <a:spLocks noGrp="1"/>
          </p:cNvSpPr>
          <p:nvPr/>
        </p:nvSpPr>
        <p:spPr>
          <a:xfrm>
            <a:off x="19758660" y="9675971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4" name="bg15-qr-29-30">
            <a:extLst>
              <a:ext uri="{FF2B5EF4-FFF2-40B4-BE49-F238E27FC236}">
                <a16:creationId xmlns:a16="http://schemas.microsoft.com/office/drawing/2014/main" id="{2881AF62-4D43-40BA-A931-FD3D0DDDE377}"/>
              </a:ext>
            </a:extLst>
          </p:cNvPr>
          <p:cNvSpPr>
            <a:spLocks noGrp="1"/>
          </p:cNvSpPr>
          <p:nvPr/>
        </p:nvSpPr>
        <p:spPr>
          <a:xfrm>
            <a:off x="19805333" y="9675971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5" name="bg15-qr-30-0">
            <a:extLst>
              <a:ext uri="{FF2B5EF4-FFF2-40B4-BE49-F238E27FC236}">
                <a16:creationId xmlns:a16="http://schemas.microsoft.com/office/drawing/2014/main" id="{473138F5-989E-470C-A871-FB0048F1BC55}"/>
              </a:ext>
            </a:extLst>
          </p:cNvPr>
          <p:cNvSpPr>
            <a:spLocks noGrp="1"/>
          </p:cNvSpPr>
          <p:nvPr/>
        </p:nvSpPr>
        <p:spPr>
          <a:xfrm>
            <a:off x="19105245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6" name="bg15-qr-30-2">
            <a:extLst>
              <a:ext uri="{FF2B5EF4-FFF2-40B4-BE49-F238E27FC236}">
                <a16:creationId xmlns:a16="http://schemas.microsoft.com/office/drawing/2014/main" id="{3ADBFF79-DC25-44A0-B91D-EB0C4D9A329B}"/>
              </a:ext>
            </a:extLst>
          </p:cNvPr>
          <p:cNvSpPr>
            <a:spLocks noGrp="1"/>
          </p:cNvSpPr>
          <p:nvPr/>
        </p:nvSpPr>
        <p:spPr>
          <a:xfrm>
            <a:off x="19151918" y="9699308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7" name="bg15-qr-30-6">
            <a:extLst>
              <a:ext uri="{FF2B5EF4-FFF2-40B4-BE49-F238E27FC236}">
                <a16:creationId xmlns:a16="http://schemas.microsoft.com/office/drawing/2014/main" id="{D55B607E-6FB6-483F-BD13-E9AF6A9C2CAD}"/>
              </a:ext>
            </a:extLst>
          </p:cNvPr>
          <p:cNvSpPr>
            <a:spLocks noGrp="1"/>
          </p:cNvSpPr>
          <p:nvPr/>
        </p:nvSpPr>
        <p:spPr>
          <a:xfrm>
            <a:off x="19245263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8" name="bg15-qr-30-8">
            <a:extLst>
              <a:ext uri="{FF2B5EF4-FFF2-40B4-BE49-F238E27FC236}">
                <a16:creationId xmlns:a16="http://schemas.microsoft.com/office/drawing/2014/main" id="{F980D753-B43E-4F85-8576-773D83392EBA}"/>
              </a:ext>
            </a:extLst>
          </p:cNvPr>
          <p:cNvSpPr>
            <a:spLocks noGrp="1"/>
          </p:cNvSpPr>
          <p:nvPr/>
        </p:nvSpPr>
        <p:spPr>
          <a:xfrm>
            <a:off x="19291935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49" name="bg15-qr-30-10">
            <a:extLst>
              <a:ext uri="{FF2B5EF4-FFF2-40B4-BE49-F238E27FC236}">
                <a16:creationId xmlns:a16="http://schemas.microsoft.com/office/drawing/2014/main" id="{D3C76E50-DE5E-49F6-8489-BDD434B610AD}"/>
              </a:ext>
            </a:extLst>
          </p:cNvPr>
          <p:cNvSpPr>
            <a:spLocks noGrp="1"/>
          </p:cNvSpPr>
          <p:nvPr/>
        </p:nvSpPr>
        <p:spPr>
          <a:xfrm>
            <a:off x="19338608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0" name="bg15-qr-30-15">
            <a:extLst>
              <a:ext uri="{FF2B5EF4-FFF2-40B4-BE49-F238E27FC236}">
                <a16:creationId xmlns:a16="http://schemas.microsoft.com/office/drawing/2014/main" id="{0D361A87-3A9B-422D-B40F-493FD30BB53D}"/>
              </a:ext>
            </a:extLst>
          </p:cNvPr>
          <p:cNvSpPr>
            <a:spLocks noGrp="1"/>
          </p:cNvSpPr>
          <p:nvPr/>
        </p:nvSpPr>
        <p:spPr>
          <a:xfrm>
            <a:off x="19455289" y="9699308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1" name="bg15-qr-30-22">
            <a:extLst>
              <a:ext uri="{FF2B5EF4-FFF2-40B4-BE49-F238E27FC236}">
                <a16:creationId xmlns:a16="http://schemas.microsoft.com/office/drawing/2014/main" id="{0BD91667-0FE1-479B-A06E-8DCF1C671F0C}"/>
              </a:ext>
            </a:extLst>
          </p:cNvPr>
          <p:cNvSpPr>
            <a:spLocks noGrp="1"/>
          </p:cNvSpPr>
          <p:nvPr/>
        </p:nvSpPr>
        <p:spPr>
          <a:xfrm>
            <a:off x="19618643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2" name="bg15-qr-30-26">
            <a:extLst>
              <a:ext uri="{FF2B5EF4-FFF2-40B4-BE49-F238E27FC236}">
                <a16:creationId xmlns:a16="http://schemas.microsoft.com/office/drawing/2014/main" id="{861BA95B-F02F-4B17-9EB4-5AB778A9A52A}"/>
              </a:ext>
            </a:extLst>
          </p:cNvPr>
          <p:cNvSpPr>
            <a:spLocks noGrp="1"/>
          </p:cNvSpPr>
          <p:nvPr/>
        </p:nvSpPr>
        <p:spPr>
          <a:xfrm>
            <a:off x="19711988" y="9699308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3" name="bg15-qr-30-29">
            <a:extLst>
              <a:ext uri="{FF2B5EF4-FFF2-40B4-BE49-F238E27FC236}">
                <a16:creationId xmlns:a16="http://schemas.microsoft.com/office/drawing/2014/main" id="{696162A4-695B-417F-9644-0748A333AFBA}"/>
              </a:ext>
            </a:extLst>
          </p:cNvPr>
          <p:cNvSpPr>
            <a:spLocks noGrp="1"/>
          </p:cNvSpPr>
          <p:nvPr/>
        </p:nvSpPr>
        <p:spPr>
          <a:xfrm>
            <a:off x="19781996" y="9699308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4" name="bg15-qr-31-0">
            <a:extLst>
              <a:ext uri="{FF2B5EF4-FFF2-40B4-BE49-F238E27FC236}">
                <a16:creationId xmlns:a16="http://schemas.microsoft.com/office/drawing/2014/main" id="{42176593-8DC7-4505-B487-C931AA19377F}"/>
              </a:ext>
            </a:extLst>
          </p:cNvPr>
          <p:cNvSpPr>
            <a:spLocks noGrp="1"/>
          </p:cNvSpPr>
          <p:nvPr/>
        </p:nvSpPr>
        <p:spPr>
          <a:xfrm>
            <a:off x="19105245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5" name="bg15-qr-31-6">
            <a:extLst>
              <a:ext uri="{FF2B5EF4-FFF2-40B4-BE49-F238E27FC236}">
                <a16:creationId xmlns:a16="http://schemas.microsoft.com/office/drawing/2014/main" id="{335E866B-4947-48CF-81AA-0A03F05A6510}"/>
              </a:ext>
            </a:extLst>
          </p:cNvPr>
          <p:cNvSpPr>
            <a:spLocks noGrp="1"/>
          </p:cNvSpPr>
          <p:nvPr/>
        </p:nvSpPr>
        <p:spPr>
          <a:xfrm>
            <a:off x="19245263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6" name="bg15-qr-31-10">
            <a:extLst>
              <a:ext uri="{FF2B5EF4-FFF2-40B4-BE49-F238E27FC236}">
                <a16:creationId xmlns:a16="http://schemas.microsoft.com/office/drawing/2014/main" id="{6E102830-F6A3-42F0-8CD1-0B4443C44A58}"/>
              </a:ext>
            </a:extLst>
          </p:cNvPr>
          <p:cNvSpPr>
            <a:spLocks noGrp="1"/>
          </p:cNvSpPr>
          <p:nvPr/>
        </p:nvSpPr>
        <p:spPr>
          <a:xfrm>
            <a:off x="19338608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7" name="bg15-qr-31-12">
            <a:extLst>
              <a:ext uri="{FF2B5EF4-FFF2-40B4-BE49-F238E27FC236}">
                <a16:creationId xmlns:a16="http://schemas.microsoft.com/office/drawing/2014/main" id="{3C79D12A-1931-4E97-B1D6-C4C38938DB39}"/>
              </a:ext>
            </a:extLst>
          </p:cNvPr>
          <p:cNvSpPr>
            <a:spLocks noGrp="1"/>
          </p:cNvSpPr>
          <p:nvPr/>
        </p:nvSpPr>
        <p:spPr>
          <a:xfrm>
            <a:off x="19385280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8" name="bg15-qr-31-15">
            <a:extLst>
              <a:ext uri="{FF2B5EF4-FFF2-40B4-BE49-F238E27FC236}">
                <a16:creationId xmlns:a16="http://schemas.microsoft.com/office/drawing/2014/main" id="{3EDCBE0B-09B6-4D52-A0FC-D59DBA008128}"/>
              </a:ext>
            </a:extLst>
          </p:cNvPr>
          <p:cNvSpPr>
            <a:spLocks noGrp="1"/>
          </p:cNvSpPr>
          <p:nvPr/>
        </p:nvSpPr>
        <p:spPr>
          <a:xfrm>
            <a:off x="19455289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59" name="bg15-qr-31-18">
            <a:extLst>
              <a:ext uri="{FF2B5EF4-FFF2-40B4-BE49-F238E27FC236}">
                <a16:creationId xmlns:a16="http://schemas.microsoft.com/office/drawing/2014/main" id="{E025A2B1-9A2E-4753-B92F-E3A45BA04176}"/>
              </a:ext>
            </a:extLst>
          </p:cNvPr>
          <p:cNvSpPr>
            <a:spLocks noGrp="1"/>
          </p:cNvSpPr>
          <p:nvPr/>
        </p:nvSpPr>
        <p:spPr>
          <a:xfrm>
            <a:off x="19525298" y="9722644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0" name="bg15-qr-31-20">
            <a:extLst>
              <a:ext uri="{FF2B5EF4-FFF2-40B4-BE49-F238E27FC236}">
                <a16:creationId xmlns:a16="http://schemas.microsoft.com/office/drawing/2014/main" id="{DFCA7878-112A-4C45-BB91-CEAB755A70C3}"/>
              </a:ext>
            </a:extLst>
          </p:cNvPr>
          <p:cNvSpPr>
            <a:spLocks noGrp="1"/>
          </p:cNvSpPr>
          <p:nvPr/>
        </p:nvSpPr>
        <p:spPr>
          <a:xfrm>
            <a:off x="19571970" y="9722644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1" name="bg15-qr-31-25">
            <a:extLst>
              <a:ext uri="{FF2B5EF4-FFF2-40B4-BE49-F238E27FC236}">
                <a16:creationId xmlns:a16="http://schemas.microsoft.com/office/drawing/2014/main" id="{6CF963F1-6CCA-4997-86A1-FC8304EB3F0C}"/>
              </a:ext>
            </a:extLst>
          </p:cNvPr>
          <p:cNvSpPr>
            <a:spLocks noGrp="1"/>
          </p:cNvSpPr>
          <p:nvPr/>
        </p:nvSpPr>
        <p:spPr>
          <a:xfrm>
            <a:off x="19688651" y="9722644"/>
            <a:ext cx="46673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2" name="bg15-qr-31-28">
            <a:extLst>
              <a:ext uri="{FF2B5EF4-FFF2-40B4-BE49-F238E27FC236}">
                <a16:creationId xmlns:a16="http://schemas.microsoft.com/office/drawing/2014/main" id="{163ADB65-CEE9-4785-99EB-7CE7D022BF9F}"/>
              </a:ext>
            </a:extLst>
          </p:cNvPr>
          <p:cNvSpPr>
            <a:spLocks noGrp="1"/>
          </p:cNvSpPr>
          <p:nvPr/>
        </p:nvSpPr>
        <p:spPr>
          <a:xfrm>
            <a:off x="19758660" y="9722644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3" name="bg15-qr-32-0">
            <a:extLst>
              <a:ext uri="{FF2B5EF4-FFF2-40B4-BE49-F238E27FC236}">
                <a16:creationId xmlns:a16="http://schemas.microsoft.com/office/drawing/2014/main" id="{982E5E27-0AEA-47DE-996C-63E4B1926B40}"/>
              </a:ext>
            </a:extLst>
          </p:cNvPr>
          <p:cNvSpPr>
            <a:spLocks noGrp="1"/>
          </p:cNvSpPr>
          <p:nvPr/>
        </p:nvSpPr>
        <p:spPr>
          <a:xfrm>
            <a:off x="19105245" y="9745980"/>
            <a:ext cx="163354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4" name="bg15-qr-32-8">
            <a:extLst>
              <a:ext uri="{FF2B5EF4-FFF2-40B4-BE49-F238E27FC236}">
                <a16:creationId xmlns:a16="http://schemas.microsoft.com/office/drawing/2014/main" id="{11D4A0C5-BE66-4354-A587-F18A33AFFC28}"/>
              </a:ext>
            </a:extLst>
          </p:cNvPr>
          <p:cNvSpPr>
            <a:spLocks noGrp="1"/>
          </p:cNvSpPr>
          <p:nvPr/>
        </p:nvSpPr>
        <p:spPr>
          <a:xfrm>
            <a:off x="19291935" y="9745980"/>
            <a:ext cx="70009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5" name="bg15-qr-32-13">
            <a:extLst>
              <a:ext uri="{FF2B5EF4-FFF2-40B4-BE49-F238E27FC236}">
                <a16:creationId xmlns:a16="http://schemas.microsoft.com/office/drawing/2014/main" id="{72F3F5F2-4C9B-45AA-9A3A-9954E193E25B}"/>
              </a:ext>
            </a:extLst>
          </p:cNvPr>
          <p:cNvSpPr>
            <a:spLocks noGrp="1"/>
          </p:cNvSpPr>
          <p:nvPr/>
        </p:nvSpPr>
        <p:spPr>
          <a:xfrm>
            <a:off x="19408616" y="974598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6" name="bg15-qr-32-15">
            <a:extLst>
              <a:ext uri="{FF2B5EF4-FFF2-40B4-BE49-F238E27FC236}">
                <a16:creationId xmlns:a16="http://schemas.microsoft.com/office/drawing/2014/main" id="{AD215837-5834-4442-9680-1765F734BEC0}"/>
              </a:ext>
            </a:extLst>
          </p:cNvPr>
          <p:cNvSpPr>
            <a:spLocks noGrp="1"/>
          </p:cNvSpPr>
          <p:nvPr/>
        </p:nvSpPr>
        <p:spPr>
          <a:xfrm>
            <a:off x="19455289" y="9745980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7" name="bg15-qr-32-22">
            <a:extLst>
              <a:ext uri="{FF2B5EF4-FFF2-40B4-BE49-F238E27FC236}">
                <a16:creationId xmlns:a16="http://schemas.microsoft.com/office/drawing/2014/main" id="{EB957A95-8F3C-460B-8BD8-077823AD0571}"/>
              </a:ext>
            </a:extLst>
          </p:cNvPr>
          <p:cNvSpPr>
            <a:spLocks noGrp="1"/>
          </p:cNvSpPr>
          <p:nvPr/>
        </p:nvSpPr>
        <p:spPr>
          <a:xfrm>
            <a:off x="19618643" y="9745980"/>
            <a:ext cx="93345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8" name="bg15-qr-32-27">
            <a:extLst>
              <a:ext uri="{FF2B5EF4-FFF2-40B4-BE49-F238E27FC236}">
                <a16:creationId xmlns:a16="http://schemas.microsoft.com/office/drawing/2014/main" id="{A9756214-CF8D-4C16-BC38-44B3E17784AB}"/>
              </a:ext>
            </a:extLst>
          </p:cNvPr>
          <p:cNvSpPr>
            <a:spLocks noGrp="1"/>
          </p:cNvSpPr>
          <p:nvPr/>
        </p:nvSpPr>
        <p:spPr>
          <a:xfrm>
            <a:off x="19735324" y="974598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69" name="bg15-qr-32-29">
            <a:extLst>
              <a:ext uri="{FF2B5EF4-FFF2-40B4-BE49-F238E27FC236}">
                <a16:creationId xmlns:a16="http://schemas.microsoft.com/office/drawing/2014/main" id="{FEF67BF3-D2A9-4B81-BA72-1E273E71CCBB}"/>
              </a:ext>
            </a:extLst>
          </p:cNvPr>
          <p:cNvSpPr>
            <a:spLocks noGrp="1"/>
          </p:cNvSpPr>
          <p:nvPr/>
        </p:nvSpPr>
        <p:spPr>
          <a:xfrm>
            <a:off x="19781996" y="974598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70" name="bg15-qr-32-31">
            <a:extLst>
              <a:ext uri="{FF2B5EF4-FFF2-40B4-BE49-F238E27FC236}">
                <a16:creationId xmlns:a16="http://schemas.microsoft.com/office/drawing/2014/main" id="{BB88E928-B7E9-4023-8E83-93CFA61A91B9}"/>
              </a:ext>
            </a:extLst>
          </p:cNvPr>
          <p:cNvSpPr>
            <a:spLocks noGrp="1"/>
          </p:cNvSpPr>
          <p:nvPr/>
        </p:nvSpPr>
        <p:spPr>
          <a:xfrm>
            <a:off x="19828669" y="9745980"/>
            <a:ext cx="23336" cy="23336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771" name="bg15-qr-label">
            <a:extLst>
              <a:ext uri="{FF2B5EF4-FFF2-40B4-BE49-F238E27FC236}">
                <a16:creationId xmlns:a16="http://schemas.microsoft.com/office/drawing/2014/main" id="{4F99E4A1-DD56-4527-BF94-0DA74D5F4B94}"/>
              </a:ext>
            </a:extLst>
          </p:cNvPr>
          <p:cNvSpPr>
            <a:spLocks noGrp="1"/>
          </p:cNvSpPr>
          <p:nvPr/>
        </p:nvSpPr>
        <p:spPr>
          <a:xfrm>
            <a:off x="18731865" y="9781223"/>
            <a:ext cx="1457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05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8" name="bg15-positioning">
            <a:extLst>
              <a:ext uri="{FF2B5EF4-FFF2-40B4-BE49-F238E27FC236}">
                <a16:creationId xmlns:a16="http://schemas.microsoft.com/office/drawing/2014/main" id="{12B80A61-DE27-4FCC-FF28-47641E638294}"/>
              </a:ext>
            </a:extLst>
          </p:cNvPr>
          <p:cNvSpPr>
            <a:spLocks noGrp="1"/>
          </p:cNvSpPr>
          <p:nvPr/>
        </p:nvSpPr>
        <p:spPr>
          <a:xfrm>
            <a:off x="10725150" y="8115300"/>
            <a:ext cx="1352550" cy="495300"/>
          </a:xfrm>
          <a:prstGeom prst="roundRect">
            <a:avLst>
              <a:gd name="adj" fmla="val 11111"/>
            </a:avLst>
          </a:prstGeom>
          <a:solidFill>
            <a:srgbClr val="FF6D6D"/>
          </a:solidFill>
          <a:ln w="19050">
            <a:solidFill>
              <a:srgbClr val="30334F"/>
            </a:solidFill>
          </a:ln>
        </p:spPr>
      </p:sp>
      <p:sp>
        <p:nvSpPr>
          <p:cNvPr id="12" name="bg15-pain-detail">
            <a:extLst>
              <a:ext uri="{FF2B5EF4-FFF2-40B4-BE49-F238E27FC236}">
                <a16:creationId xmlns:a16="http://schemas.microsoft.com/office/drawing/2014/main" id="{7880336E-C957-1888-12B1-A80103A1DBB8}"/>
              </a:ext>
            </a:extLst>
          </p:cNvPr>
          <p:cNvSpPr>
            <a:spLocks noGrp="1"/>
          </p:cNvSpPr>
          <p:nvPr/>
        </p:nvSpPr>
        <p:spPr>
          <a:xfrm>
            <a:off x="10791825" y="81629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chemeClr val="tx1"/>
                </a:solidFill>
              </a:rPr>
              <a:t>索引错位</a:t>
            </a:r>
            <a:endParaRPr sz="1800" b="1" dirty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bg15-positioning">
            <a:extLst>
              <a:ext uri="{FF2B5EF4-FFF2-40B4-BE49-F238E27FC236}">
                <a16:creationId xmlns:a16="http://schemas.microsoft.com/office/drawing/2014/main" id="{5FBAE669-262D-9420-4544-5597ECB1BD14}"/>
              </a:ext>
            </a:extLst>
          </p:cNvPr>
          <p:cNvSpPr>
            <a:spLocks noGrp="1"/>
          </p:cNvSpPr>
          <p:nvPr/>
        </p:nvSpPr>
        <p:spPr>
          <a:xfrm>
            <a:off x="12211050" y="8115300"/>
            <a:ext cx="1352550" cy="495300"/>
          </a:xfrm>
          <a:prstGeom prst="roundRect">
            <a:avLst>
              <a:gd name="adj" fmla="val 11111"/>
            </a:avLst>
          </a:prstGeom>
          <a:solidFill>
            <a:srgbClr val="FF6D6D"/>
          </a:solidFill>
          <a:ln w="19050">
            <a:solidFill>
              <a:srgbClr val="30334F"/>
            </a:solidFill>
          </a:ln>
        </p:spPr>
      </p:sp>
      <p:sp>
        <p:nvSpPr>
          <p:cNvPr id="16" name="bg15-pain-detail">
            <a:extLst>
              <a:ext uri="{FF2B5EF4-FFF2-40B4-BE49-F238E27FC236}">
                <a16:creationId xmlns:a16="http://schemas.microsoft.com/office/drawing/2014/main" id="{EACBC6DB-A736-2FAD-CDD1-11C04F78A1EC}"/>
              </a:ext>
            </a:extLst>
          </p:cNvPr>
          <p:cNvSpPr>
            <a:spLocks noGrp="1"/>
          </p:cNvSpPr>
          <p:nvPr/>
        </p:nvSpPr>
        <p:spPr>
          <a:xfrm>
            <a:off x="12277725" y="81629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系数偏差</a:t>
            </a:r>
            <a:endParaRPr sz="1800" b="1" dirty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bg15-positioning">
            <a:extLst>
              <a:ext uri="{FF2B5EF4-FFF2-40B4-BE49-F238E27FC236}">
                <a16:creationId xmlns:a16="http://schemas.microsoft.com/office/drawing/2014/main" id="{317278C4-D7C7-21E5-528A-36091A0D4E7E}"/>
              </a:ext>
            </a:extLst>
          </p:cNvPr>
          <p:cNvSpPr>
            <a:spLocks noGrp="1"/>
          </p:cNvSpPr>
          <p:nvPr/>
        </p:nvSpPr>
        <p:spPr>
          <a:xfrm>
            <a:off x="13696950" y="8115300"/>
            <a:ext cx="1352550" cy="495300"/>
          </a:xfrm>
          <a:prstGeom prst="roundRect">
            <a:avLst>
              <a:gd name="adj" fmla="val 11111"/>
            </a:avLst>
          </a:prstGeom>
          <a:solidFill>
            <a:srgbClr val="FF6D6D"/>
          </a:solidFill>
          <a:ln w="19050">
            <a:solidFill>
              <a:srgbClr val="30334F"/>
            </a:solidFill>
          </a:ln>
        </p:spPr>
      </p:sp>
      <p:sp>
        <p:nvSpPr>
          <p:cNvPr id="20" name="bg15-pain-detail">
            <a:extLst>
              <a:ext uri="{FF2B5EF4-FFF2-40B4-BE49-F238E27FC236}">
                <a16:creationId xmlns:a16="http://schemas.microsoft.com/office/drawing/2014/main" id="{FB6264B9-9618-F479-760E-6340C6B191EE}"/>
              </a:ext>
            </a:extLst>
          </p:cNvPr>
          <p:cNvSpPr>
            <a:spLocks noGrp="1"/>
          </p:cNvSpPr>
          <p:nvPr/>
        </p:nvSpPr>
        <p:spPr>
          <a:xfrm>
            <a:off x="13763625" y="81629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chemeClr val="tx1"/>
                </a:solidFill>
              </a:rPr>
              <a:t>边界遗漏</a:t>
            </a:r>
            <a:endParaRPr sz="1800" b="1" dirty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cmp03-behavior-counterexample">
            <a:extLst>
              <a:ext uri="{FF2B5EF4-FFF2-40B4-BE49-F238E27FC236}">
                <a16:creationId xmlns:a16="http://schemas.microsoft.com/office/drawing/2014/main" id="{6521AEEB-0350-F9DB-8C4A-8B6829BE2528}"/>
              </a:ext>
            </a:extLst>
          </p:cNvPr>
          <p:cNvSpPr>
            <a:spLocks noGrp="1"/>
          </p:cNvSpPr>
          <p:nvPr/>
        </p:nvSpPr>
        <p:spPr>
          <a:xfrm>
            <a:off x="13639800" y="21635404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从物理角度验证约束正确性</a:t>
            </a:r>
            <a:endParaRPr sz="172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2" name="kc18-card">
            <a:extLst>
              <a:ext uri="{FF2B5EF4-FFF2-40B4-BE49-F238E27FC236}">
                <a16:creationId xmlns:a16="http://schemas.microsoft.com/office/drawing/2014/main" id="{C436822B-D062-4F82-87BB-5403FE2A9B1D}"/>
              </a:ext>
            </a:extLst>
          </p:cNvPr>
          <p:cNvSpPr>
            <a:spLocks noGrp="1"/>
          </p:cNvSpPr>
          <p:nvPr/>
        </p:nvSpPr>
        <p:spPr>
          <a:xfrm>
            <a:off x="914400" y="14297025"/>
            <a:ext cx="5715000" cy="2286000"/>
          </a:xfrm>
          <a:prstGeom prst="roundRect">
            <a:avLst>
              <a:gd name="adj" fmla="val 5000"/>
            </a:avLst>
          </a:prstGeom>
          <a:solidFill>
            <a:srgbClr val="E7E3F3"/>
          </a:solidFill>
          <a:ln w="19050">
            <a:solidFill>
              <a:srgbClr val="30334F"/>
            </a:solidFill>
          </a:ln>
        </p:spPr>
      </p:sp>
      <p:sp>
        <p:nvSpPr>
          <p:cNvPr id="773" name="kc18-formula-icon-page">
            <a:extLst>
              <a:ext uri="{FF2B5EF4-FFF2-40B4-BE49-F238E27FC236}">
                <a16:creationId xmlns:a16="http://schemas.microsoft.com/office/drawing/2014/main" id="{56B1FBA4-7C1A-4F0D-BBC4-E35DDEF1B778}"/>
              </a:ext>
            </a:extLst>
          </p:cNvPr>
          <p:cNvSpPr>
            <a:spLocks noGrp="1"/>
          </p:cNvSpPr>
          <p:nvPr/>
        </p:nvSpPr>
        <p:spPr>
          <a:xfrm>
            <a:off x="1085850" y="14392275"/>
            <a:ext cx="276225" cy="285750"/>
          </a:xfrm>
          <a:prstGeom prst="roundRect">
            <a:avLst>
              <a:gd name="adj" fmla="val 41379"/>
            </a:avLst>
          </a:prstGeom>
          <a:solidFill>
            <a:srgbClr val="FEFEFF"/>
          </a:solidFill>
          <a:ln w="17145">
            <a:solidFill>
              <a:srgbClr val="30334F"/>
            </a:solidFill>
          </a:ln>
        </p:spPr>
      </p:sp>
      <p:sp>
        <p:nvSpPr>
          <p:cNvPr id="774" name="kc18-formula-icon">
            <a:extLst>
              <a:ext uri="{FF2B5EF4-FFF2-40B4-BE49-F238E27FC236}">
                <a16:creationId xmlns:a16="http://schemas.microsoft.com/office/drawing/2014/main" id="{78C99E61-0D18-4D42-A87C-5B73B3DD0AC5}"/>
              </a:ext>
            </a:extLst>
          </p:cNvPr>
          <p:cNvSpPr>
            <a:spLocks noGrp="1"/>
          </p:cNvSpPr>
          <p:nvPr/>
        </p:nvSpPr>
        <p:spPr>
          <a:xfrm>
            <a:off x="1104900" y="14392275"/>
            <a:ext cx="238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ƒ</a:t>
            </a:r>
          </a:p>
        </p:txBody>
      </p:sp>
      <p:sp>
        <p:nvSpPr>
          <p:cNvPr id="775" name="kc18-title">
            <a:extLst>
              <a:ext uri="{FF2B5EF4-FFF2-40B4-BE49-F238E27FC236}">
                <a16:creationId xmlns:a16="http://schemas.microsoft.com/office/drawing/2014/main" id="{D5DA218A-B20F-4914-94A5-9D9833500406}"/>
              </a:ext>
            </a:extLst>
          </p:cNvPr>
          <p:cNvSpPr>
            <a:spLocks noGrp="1"/>
          </p:cNvSpPr>
          <p:nvPr/>
        </p:nvSpPr>
        <p:spPr>
          <a:xfrm>
            <a:off x="1476375" y="14354175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知识 Card 示例</a:t>
            </a:r>
          </a:p>
        </p:txBody>
      </p:sp>
      <p:sp>
        <p:nvSpPr>
          <p:cNvPr id="776" name="kc18-subtitle">
            <a:extLst>
              <a:ext uri="{FF2B5EF4-FFF2-40B4-BE49-F238E27FC236}">
                <a16:creationId xmlns:a16="http://schemas.microsoft.com/office/drawing/2014/main" id="{2EBFB3C6-86D0-4941-AFD8-900877E0A58E}"/>
              </a:ext>
            </a:extLst>
          </p:cNvPr>
          <p:cNvSpPr>
            <a:spLocks noGrp="1"/>
          </p:cNvSpPr>
          <p:nvPr/>
        </p:nvSpPr>
        <p:spPr>
          <a:xfrm>
            <a:off x="3895725" y="14382750"/>
            <a:ext cx="25431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储能能量递推</a:t>
            </a:r>
          </a:p>
        </p:txBody>
      </p:sp>
      <p:sp>
        <p:nvSpPr>
          <p:cNvPr id="777" name="kc18-formula-panel">
            <a:extLst>
              <a:ext uri="{FF2B5EF4-FFF2-40B4-BE49-F238E27FC236}">
                <a16:creationId xmlns:a16="http://schemas.microsoft.com/office/drawing/2014/main" id="{B1F6F386-8394-4148-AA24-8B96E6758B27}"/>
              </a:ext>
            </a:extLst>
          </p:cNvPr>
          <p:cNvSpPr>
            <a:spLocks noGrp="1"/>
          </p:cNvSpPr>
          <p:nvPr/>
        </p:nvSpPr>
        <p:spPr>
          <a:xfrm>
            <a:off x="1085850" y="14763750"/>
            <a:ext cx="5372100" cy="895350"/>
          </a:xfrm>
          <a:prstGeom prst="roundRect">
            <a:avLst>
              <a:gd name="adj" fmla="val 12766"/>
            </a:avLst>
          </a:prstGeom>
          <a:solidFill>
            <a:srgbClr val="FEFEFF"/>
          </a:solidFill>
          <a:ln w="12383">
            <a:solidFill>
              <a:srgbClr val="A5A9B9"/>
            </a:solidFill>
          </a:ln>
        </p:spPr>
      </p:sp>
      <p:sp>
        <p:nvSpPr>
          <p:cNvPr id="781" name="kc18-conditions-panel">
            <a:extLst>
              <a:ext uri="{FF2B5EF4-FFF2-40B4-BE49-F238E27FC236}">
                <a16:creationId xmlns:a16="http://schemas.microsoft.com/office/drawing/2014/main" id="{77DA6629-DE0A-46FE-A10A-6C457A390C2E}"/>
              </a:ext>
            </a:extLst>
          </p:cNvPr>
          <p:cNvSpPr>
            <a:spLocks noGrp="1"/>
          </p:cNvSpPr>
          <p:nvPr/>
        </p:nvSpPr>
        <p:spPr>
          <a:xfrm>
            <a:off x="1085850" y="15735300"/>
            <a:ext cx="2571750" cy="733425"/>
          </a:xfrm>
          <a:prstGeom prst="roundRect">
            <a:avLst>
              <a:gd name="adj" fmla="val 15584"/>
            </a:avLst>
          </a:prstGeom>
          <a:solidFill>
            <a:srgbClr val="F5F7FB"/>
          </a:solidFill>
          <a:ln w="0">
            <a:noFill/>
          </a:ln>
        </p:spPr>
      </p:sp>
      <p:sp>
        <p:nvSpPr>
          <p:cNvPr id="782" name="kc18-validation-panel">
            <a:extLst>
              <a:ext uri="{FF2B5EF4-FFF2-40B4-BE49-F238E27FC236}">
                <a16:creationId xmlns:a16="http://schemas.microsoft.com/office/drawing/2014/main" id="{59454C39-5083-4371-9776-E43DA13A285D}"/>
              </a:ext>
            </a:extLst>
          </p:cNvPr>
          <p:cNvSpPr>
            <a:spLocks noGrp="1"/>
          </p:cNvSpPr>
          <p:nvPr/>
        </p:nvSpPr>
        <p:spPr>
          <a:xfrm>
            <a:off x="3810000" y="15735300"/>
            <a:ext cx="2647950" cy="733425"/>
          </a:xfrm>
          <a:prstGeom prst="roundRect">
            <a:avLst>
              <a:gd name="adj" fmla="val 15584"/>
            </a:avLst>
          </a:prstGeom>
          <a:solidFill>
            <a:srgbClr val="F3F8F1"/>
          </a:solidFill>
          <a:ln w="0">
            <a:noFill/>
          </a:ln>
        </p:spPr>
      </p:sp>
      <p:sp>
        <p:nvSpPr>
          <p:cNvPr id="783" name="kc18-filter-icon">
            <a:extLst>
              <a:ext uri="{FF2B5EF4-FFF2-40B4-BE49-F238E27FC236}">
                <a16:creationId xmlns:a16="http://schemas.microsoft.com/office/drawing/2014/main" id="{44E26A5C-7C52-4184-BB60-E020345F62EA}"/>
              </a:ext>
            </a:extLst>
          </p:cNvPr>
          <p:cNvSpPr>
            <a:spLocks noGrp="1"/>
          </p:cNvSpPr>
          <p:nvPr/>
        </p:nvSpPr>
        <p:spPr>
          <a:xfrm>
            <a:off x="1200150" y="15782925"/>
            <a:ext cx="219075" cy="228600"/>
          </a:xfrm>
          <a:custGeom>
            <a:avLst/>
            <a:gdLst/>
            <a:ahLst/>
            <a:cxnLst/>
            <a:rect l="0" t="0" r="0" b="0"/>
            <a:pathLst>
              <a:path w="219075" h="228600">
                <a:moveTo>
                  <a:pt x="0" y="0"/>
                </a:moveTo>
                <a:lnTo>
                  <a:pt x="219075" y="0"/>
                </a:lnTo>
                <a:lnTo>
                  <a:pt x="133350" y="104775"/>
                </a:lnTo>
                <a:lnTo>
                  <a:pt x="133350" y="190500"/>
                </a:lnTo>
                <a:lnTo>
                  <a:pt x="85725" y="228600"/>
                </a:lnTo>
                <a:lnTo>
                  <a:pt x="85725" y="104775"/>
                </a:lnTo>
                <a:close/>
              </a:path>
            </a:pathLst>
          </a:custGeom>
          <a:solidFill>
            <a:srgbClr val="FEFEFF"/>
          </a:solidFill>
          <a:ln w="17145">
            <a:solidFill>
              <a:srgbClr val="30334F"/>
            </a:solidFill>
          </a:ln>
        </p:spPr>
      </p:sp>
      <p:sp>
        <p:nvSpPr>
          <p:cNvPr id="784" name="kc18-conditions-title">
            <a:extLst>
              <a:ext uri="{FF2B5EF4-FFF2-40B4-BE49-F238E27FC236}">
                <a16:creationId xmlns:a16="http://schemas.microsoft.com/office/drawing/2014/main" id="{2C72C280-6BDF-41DF-BBD9-D99B3E8BB386}"/>
              </a:ext>
            </a:extLst>
          </p:cNvPr>
          <p:cNvSpPr>
            <a:spLocks noGrp="1"/>
          </p:cNvSpPr>
          <p:nvPr/>
        </p:nvSpPr>
        <p:spPr>
          <a:xfrm>
            <a:off x="1504950" y="15735300"/>
            <a:ext cx="2019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785" name="kc18-conditions-body">
            <a:extLst>
              <a:ext uri="{FF2B5EF4-FFF2-40B4-BE49-F238E27FC236}">
                <a16:creationId xmlns:a16="http://schemas.microsoft.com/office/drawing/2014/main" id="{AFB5CAEF-23AF-4524-975D-48D035786B28}"/>
              </a:ext>
            </a:extLst>
          </p:cNvPr>
          <p:cNvSpPr>
            <a:spLocks noGrp="1"/>
          </p:cNvSpPr>
          <p:nvPr/>
        </p:nvSpPr>
        <p:spPr>
          <a:xfrm>
            <a:off x="1200150" y="16021050"/>
            <a:ext cx="202311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储能递推</a:t>
            </a:r>
            <a:r>
              <a:rPr lang="en-US" sz="15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dirty="0"/>
              <a:t>能量消耗</a:t>
            </a:r>
            <a:endParaRPr sz="15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6" name="kc18-validation-circle">
            <a:extLst>
              <a:ext uri="{FF2B5EF4-FFF2-40B4-BE49-F238E27FC236}">
                <a16:creationId xmlns:a16="http://schemas.microsoft.com/office/drawing/2014/main" id="{B2C07ED8-58B7-4798-8341-39362DB83296}"/>
              </a:ext>
            </a:extLst>
          </p:cNvPr>
          <p:cNvSpPr>
            <a:spLocks noGrp="1"/>
          </p:cNvSpPr>
          <p:nvPr/>
        </p:nvSpPr>
        <p:spPr>
          <a:xfrm>
            <a:off x="3924300" y="15782925"/>
            <a:ext cx="228600" cy="228600"/>
          </a:xfrm>
          <a:prstGeom prst="ellipse">
            <a:avLst/>
          </a:prstGeom>
          <a:solidFill>
            <a:srgbClr val="FEFEFF"/>
          </a:solidFill>
          <a:ln w="17145">
            <a:solidFill>
              <a:srgbClr val="30334F"/>
            </a:solidFill>
          </a:ln>
        </p:spPr>
      </p:sp>
      <p:cxnSp>
        <p:nvCxnSpPr>
          <p:cNvPr id="787" name="kc18-validation-check0">
            <a:extLst>
              <a:ext uri="{FF2B5EF4-FFF2-40B4-BE49-F238E27FC236}">
                <a16:creationId xmlns:a16="http://schemas.microsoft.com/office/drawing/2014/main" id="{D8250310-5CCA-4FBE-ADC1-8A52D1F2DE7A}"/>
              </a:ext>
            </a:extLst>
          </p:cNvPr>
          <p:cNvCxnSpPr/>
          <p:nvPr/>
        </p:nvCxnSpPr>
        <p:spPr>
          <a:xfrm>
            <a:off x="3971925" y="15897225"/>
            <a:ext cx="47625" cy="47625"/>
          </a:xfrm>
          <a:prstGeom prst="straightConnector1">
            <a:avLst/>
          </a:prstGeom>
          <a:ln w="19050">
            <a:solidFill>
              <a:srgbClr val="30334F"/>
            </a:solidFill>
          </a:ln>
        </p:spPr>
      </p:cxnSp>
      <p:cxnSp>
        <p:nvCxnSpPr>
          <p:cNvPr id="788" name="kc18-validation-check1">
            <a:extLst>
              <a:ext uri="{FF2B5EF4-FFF2-40B4-BE49-F238E27FC236}">
                <a16:creationId xmlns:a16="http://schemas.microsoft.com/office/drawing/2014/main" id="{D2339749-A303-4289-9E26-B078BE2E0C2B}"/>
              </a:ext>
            </a:extLst>
          </p:cNvPr>
          <p:cNvCxnSpPr/>
          <p:nvPr/>
        </p:nvCxnSpPr>
        <p:spPr>
          <a:xfrm flipV="1">
            <a:off x="4019550" y="15849600"/>
            <a:ext cx="85725" cy="95250"/>
          </a:xfrm>
          <a:prstGeom prst="straightConnector1">
            <a:avLst/>
          </a:prstGeom>
          <a:ln w="19050">
            <a:solidFill>
              <a:srgbClr val="30334F"/>
            </a:solidFill>
          </a:ln>
        </p:spPr>
      </p:cxnSp>
      <p:sp>
        <p:nvSpPr>
          <p:cNvPr id="789" name="kc18-validation-title">
            <a:extLst>
              <a:ext uri="{FF2B5EF4-FFF2-40B4-BE49-F238E27FC236}">
                <a16:creationId xmlns:a16="http://schemas.microsoft.com/office/drawing/2014/main" id="{24C49E2B-4831-43D2-B48A-24BCD0A2B9EA}"/>
              </a:ext>
            </a:extLst>
          </p:cNvPr>
          <p:cNvSpPr>
            <a:spLocks noGrp="1"/>
          </p:cNvSpPr>
          <p:nvPr/>
        </p:nvSpPr>
        <p:spPr>
          <a:xfrm>
            <a:off x="4238625" y="15735300"/>
            <a:ext cx="2095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</p:txBody>
      </p:sp>
      <p:sp>
        <p:nvSpPr>
          <p:cNvPr id="790" name="kc18-validation-body">
            <a:extLst>
              <a:ext uri="{FF2B5EF4-FFF2-40B4-BE49-F238E27FC236}">
                <a16:creationId xmlns:a16="http://schemas.microsoft.com/office/drawing/2014/main" id="{294107A0-4A2A-422A-9405-50D7AEB65081}"/>
              </a:ext>
            </a:extLst>
          </p:cNvPr>
          <p:cNvSpPr>
            <a:spLocks noGrp="1"/>
          </p:cNvSpPr>
          <p:nvPr/>
        </p:nvSpPr>
        <p:spPr>
          <a:xfrm>
            <a:off x="3924300" y="16021050"/>
            <a:ext cx="24193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局部</a:t>
            </a:r>
            <a:r>
              <a:rPr sz="1500" b="0" dirty="0" err="1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r>
              <a:rPr sz="15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lang="zh-CN" altLang="en-US" sz="1500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数值检验</a:t>
            </a:r>
            <a:endParaRPr sz="1500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91" name="kc18-library-link">
            <a:extLst>
              <a:ext uri="{FF2B5EF4-FFF2-40B4-BE49-F238E27FC236}">
                <a16:creationId xmlns:a16="http://schemas.microsoft.com/office/drawing/2014/main" id="{0BE7DF46-E1FC-46FF-878C-6E09DB98378A}"/>
              </a:ext>
            </a:extLst>
          </p:cNvPr>
          <p:cNvCxnSpPr/>
          <p:nvPr/>
        </p:nvCxnSpPr>
        <p:spPr>
          <a:xfrm>
            <a:off x="6629400" y="15716250"/>
            <a:ext cx="323850" cy="0"/>
          </a:xfrm>
          <a:prstGeom prst="straightConnector1">
            <a:avLst/>
          </a:prstGeom>
          <a:ln w="15240">
            <a:solidFill>
              <a:srgbClr val="30334F"/>
            </a:solidFill>
          </a:ln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095A4DEB-754E-03C5-2180-87D9A6241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039" y="15002722"/>
            <a:ext cx="5074112" cy="404917"/>
          </a:xfrm>
          <a:prstGeom prst="rect">
            <a:avLst/>
          </a:prstGeom>
        </p:spPr>
      </p:pic>
      <p:sp>
        <p:nvSpPr>
          <p:cNvPr id="21" name="fw13-save-desc">
            <a:extLst>
              <a:ext uri="{FF2B5EF4-FFF2-40B4-BE49-F238E27FC236}">
                <a16:creationId xmlns:a16="http://schemas.microsoft.com/office/drawing/2014/main" id="{5A690346-E417-0AF6-10FA-E22D39860505}"/>
              </a:ext>
            </a:extLst>
          </p:cNvPr>
          <p:cNvSpPr>
            <a:spLocks noGrp="1"/>
          </p:cNvSpPr>
          <p:nvPr/>
        </p:nvSpPr>
        <p:spPr>
          <a:xfrm>
            <a:off x="8725664" y="15871030"/>
            <a:ext cx="2052064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模式识别</a:t>
            </a:r>
            <a:r>
              <a:rPr lang="en-US" altLang="zh-CN" sz="157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lang="zh-CN" altLang="en-US" sz="1575" b="0" dirty="0">
                <a:solidFill>
                  <a:srgbClr val="596071"/>
                </a:solidFill>
                <a:latin typeface="Microsoft YaHei"/>
                <a:ea typeface="Microsoft YaHei"/>
                <a:cs typeface="Microsoft YaHei"/>
              </a:rPr>
              <a:t>精炼简洁</a:t>
            </a:r>
            <a:endParaRPr sz="1575" b="0" dirty="0">
              <a:solidFill>
                <a:srgbClr val="59607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2" name="fc24-0-icon-base">
            <a:extLst>
              <a:ext uri="{FF2B5EF4-FFF2-40B4-BE49-F238E27FC236}">
                <a16:creationId xmlns:a16="http://schemas.microsoft.com/office/drawing/2014/main" id="{77A2DAE2-F39C-42CD-871D-B804FFFAF964}"/>
              </a:ext>
            </a:extLst>
          </p:cNvPr>
          <p:cNvSpPr>
            <a:spLocks noGrp="1"/>
          </p:cNvSpPr>
          <p:nvPr/>
        </p:nvSpPr>
        <p:spPr>
          <a:xfrm>
            <a:off x="838200" y="24574500"/>
            <a:ext cx="781050" cy="628650"/>
          </a:xfrm>
          <a:prstGeom prst="roundRect">
            <a:avLst>
              <a:gd name="adj" fmla="val 18182"/>
            </a:avLst>
          </a:prstGeom>
          <a:solidFill>
            <a:srgbClr val="FEFEFF"/>
          </a:solidFill>
          <a:ln w="0">
            <a:noFill/>
          </a:ln>
        </p:spPr>
      </p:sp>
      <p:sp>
        <p:nvSpPr>
          <p:cNvPr id="793" name="fc24-0-title">
            <a:extLst>
              <a:ext uri="{FF2B5EF4-FFF2-40B4-BE49-F238E27FC236}">
                <a16:creationId xmlns:a16="http://schemas.microsoft.com/office/drawing/2014/main" id="{ECA50F81-9F60-4529-8920-D425EA94CA33}"/>
              </a:ext>
            </a:extLst>
          </p:cNvPr>
          <p:cNvSpPr>
            <a:spLocks noGrp="1"/>
          </p:cNvSpPr>
          <p:nvPr/>
        </p:nvSpPr>
        <p:spPr>
          <a:xfrm>
            <a:off x="1790700" y="24641175"/>
            <a:ext cx="31051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插件化</a:t>
            </a:r>
            <a:endParaRPr sz="26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4" name="fc24-0-core-0">
            <a:extLst>
              <a:ext uri="{FF2B5EF4-FFF2-40B4-BE49-F238E27FC236}">
                <a16:creationId xmlns:a16="http://schemas.microsoft.com/office/drawing/2014/main" id="{AF261808-594F-4B49-AB1F-926A48F4155B}"/>
              </a:ext>
            </a:extLst>
          </p:cNvPr>
          <p:cNvSpPr>
            <a:spLocks noGrp="1"/>
          </p:cNvSpPr>
          <p:nvPr/>
        </p:nvSpPr>
        <p:spPr>
          <a:xfrm>
            <a:off x="838200" y="2526030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以 Skill </a:t>
            </a:r>
            <a:r>
              <a:rPr sz="1800" b="0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形式接入</a:t>
            </a:r>
            <a:r>
              <a:rPr lang="en-US" altLang="zh-CN" sz="1800" b="0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Agent</a:t>
            </a:r>
            <a:endParaRPr sz="1800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96" name="fc24-0-divider">
            <a:extLst>
              <a:ext uri="{FF2B5EF4-FFF2-40B4-BE49-F238E27FC236}">
                <a16:creationId xmlns:a16="http://schemas.microsoft.com/office/drawing/2014/main" id="{BD13B3FD-487A-4052-A160-51A5087886A0}"/>
              </a:ext>
            </a:extLst>
          </p:cNvPr>
          <p:cNvCxnSpPr/>
          <p:nvPr/>
        </p:nvCxnSpPr>
        <p:spPr>
          <a:xfrm>
            <a:off x="838200" y="25908000"/>
            <a:ext cx="4114800" cy="0"/>
          </a:xfrm>
          <a:prstGeom prst="straightConnector1">
            <a:avLst/>
          </a:prstGeom>
          <a:ln w="11906">
            <a:solidFill>
              <a:srgbClr val="E3D5A5"/>
            </a:solidFill>
          </a:ln>
        </p:spPr>
      </p:cxnSp>
      <p:sp>
        <p:nvSpPr>
          <p:cNvPr id="797" name="fc24-0-tag-0">
            <a:extLst>
              <a:ext uri="{FF2B5EF4-FFF2-40B4-BE49-F238E27FC236}">
                <a16:creationId xmlns:a16="http://schemas.microsoft.com/office/drawing/2014/main" id="{2DB4C501-C7DA-42B5-B216-C721E029CE2D}"/>
              </a:ext>
            </a:extLst>
          </p:cNvPr>
          <p:cNvSpPr>
            <a:spLocks noGrp="1"/>
          </p:cNvSpPr>
          <p:nvPr/>
        </p:nvSpPr>
        <p:spPr>
          <a:xfrm>
            <a:off x="838200" y="26041350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EFDF9E"/>
          </a:solidFill>
          <a:ln w="0">
            <a:noFill/>
          </a:ln>
        </p:spPr>
      </p:sp>
      <p:sp>
        <p:nvSpPr>
          <p:cNvPr id="798" name="fc24-0-tag-text-0">
            <a:extLst>
              <a:ext uri="{FF2B5EF4-FFF2-40B4-BE49-F238E27FC236}">
                <a16:creationId xmlns:a16="http://schemas.microsoft.com/office/drawing/2014/main" id="{EF4FFA38-BE19-4E98-B4C9-31318C1E4253}"/>
              </a:ext>
            </a:extLst>
          </p:cNvPr>
          <p:cNvSpPr>
            <a:spLocks noGrp="1"/>
          </p:cNvSpPr>
          <p:nvPr/>
        </p:nvSpPr>
        <p:spPr>
          <a:xfrm>
            <a:off x="876300" y="260413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Agent 接入</a:t>
            </a:r>
          </a:p>
        </p:txBody>
      </p:sp>
      <p:sp>
        <p:nvSpPr>
          <p:cNvPr id="799" name="fc24-0-tag-1">
            <a:extLst>
              <a:ext uri="{FF2B5EF4-FFF2-40B4-BE49-F238E27FC236}">
                <a16:creationId xmlns:a16="http://schemas.microsoft.com/office/drawing/2014/main" id="{8F3E876F-9872-4D2B-A6B1-FBC265112D14}"/>
              </a:ext>
            </a:extLst>
          </p:cNvPr>
          <p:cNvSpPr>
            <a:spLocks noGrp="1"/>
          </p:cNvSpPr>
          <p:nvPr/>
        </p:nvSpPr>
        <p:spPr>
          <a:xfrm>
            <a:off x="2209800" y="260413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FDF9E"/>
          </a:solidFill>
          <a:ln w="0">
            <a:noFill/>
          </a:ln>
        </p:spPr>
      </p:sp>
      <p:sp>
        <p:nvSpPr>
          <p:cNvPr id="800" name="fc24-0-tag-text-1">
            <a:extLst>
              <a:ext uri="{FF2B5EF4-FFF2-40B4-BE49-F238E27FC236}">
                <a16:creationId xmlns:a16="http://schemas.microsoft.com/office/drawing/2014/main" id="{32959A04-34B2-414B-945A-86DBF0CCDDF9}"/>
              </a:ext>
            </a:extLst>
          </p:cNvPr>
          <p:cNvSpPr>
            <a:spLocks noGrp="1"/>
          </p:cNvSpPr>
          <p:nvPr/>
        </p:nvSpPr>
        <p:spPr>
          <a:xfrm>
            <a:off x="2247900" y="26041350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标准入口</a:t>
            </a:r>
          </a:p>
        </p:txBody>
      </p:sp>
      <p:sp>
        <p:nvSpPr>
          <p:cNvPr id="801" name="fc24-0-tag-2">
            <a:extLst>
              <a:ext uri="{FF2B5EF4-FFF2-40B4-BE49-F238E27FC236}">
                <a16:creationId xmlns:a16="http://schemas.microsoft.com/office/drawing/2014/main" id="{3E653EF7-3865-4E6D-A84A-6D812D1C9F13}"/>
              </a:ext>
            </a:extLst>
          </p:cNvPr>
          <p:cNvSpPr>
            <a:spLocks noGrp="1"/>
          </p:cNvSpPr>
          <p:nvPr/>
        </p:nvSpPr>
        <p:spPr>
          <a:xfrm>
            <a:off x="3657600" y="26041350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EFDF9E"/>
          </a:solidFill>
          <a:ln w="0">
            <a:noFill/>
          </a:ln>
        </p:spPr>
      </p:sp>
      <p:sp>
        <p:nvSpPr>
          <p:cNvPr id="802" name="fc24-0-tag-text-2">
            <a:extLst>
              <a:ext uri="{FF2B5EF4-FFF2-40B4-BE49-F238E27FC236}">
                <a16:creationId xmlns:a16="http://schemas.microsoft.com/office/drawing/2014/main" id="{C71B70AD-0A52-4A4B-998B-95D9DF4243C4}"/>
              </a:ext>
            </a:extLst>
          </p:cNvPr>
          <p:cNvSpPr>
            <a:spLocks noGrp="1"/>
          </p:cNvSpPr>
          <p:nvPr/>
        </p:nvSpPr>
        <p:spPr>
          <a:xfrm>
            <a:off x="3695700" y="2604135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803" name="fc24-1-icon-base">
            <a:extLst>
              <a:ext uri="{FF2B5EF4-FFF2-40B4-BE49-F238E27FC236}">
                <a16:creationId xmlns:a16="http://schemas.microsoft.com/office/drawing/2014/main" id="{221B1076-6904-4685-9760-23F3382CDC09}"/>
              </a:ext>
            </a:extLst>
          </p:cNvPr>
          <p:cNvSpPr>
            <a:spLocks noGrp="1"/>
          </p:cNvSpPr>
          <p:nvPr/>
        </p:nvSpPr>
        <p:spPr>
          <a:xfrm>
            <a:off x="5943600" y="24574500"/>
            <a:ext cx="781050" cy="628650"/>
          </a:xfrm>
          <a:prstGeom prst="roundRect">
            <a:avLst>
              <a:gd name="adj" fmla="val 18182"/>
            </a:avLst>
          </a:prstGeom>
          <a:solidFill>
            <a:srgbClr val="FEFEFF"/>
          </a:solidFill>
          <a:ln w="0">
            <a:noFill/>
          </a:ln>
        </p:spPr>
      </p:sp>
      <p:sp>
        <p:nvSpPr>
          <p:cNvPr id="804" name="fc24-1-title">
            <a:extLst>
              <a:ext uri="{FF2B5EF4-FFF2-40B4-BE49-F238E27FC236}">
                <a16:creationId xmlns:a16="http://schemas.microsoft.com/office/drawing/2014/main" id="{103EBB4C-45DD-4CB4-9E5C-A2BE90C8DAFF}"/>
              </a:ext>
            </a:extLst>
          </p:cNvPr>
          <p:cNvSpPr>
            <a:spLocks noGrp="1"/>
          </p:cNvSpPr>
          <p:nvPr/>
        </p:nvSpPr>
        <p:spPr>
          <a:xfrm>
            <a:off x="6896100" y="24641175"/>
            <a:ext cx="31051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805" name="fc24-1-core-0">
            <a:extLst>
              <a:ext uri="{FF2B5EF4-FFF2-40B4-BE49-F238E27FC236}">
                <a16:creationId xmlns:a16="http://schemas.microsoft.com/office/drawing/2014/main" id="{639EF793-433B-452F-A09E-56A8446A0AEE}"/>
              </a:ext>
            </a:extLst>
          </p:cNvPr>
          <p:cNvSpPr>
            <a:spLocks noGrp="1"/>
          </p:cNvSpPr>
          <p:nvPr/>
        </p:nvSpPr>
        <p:spPr>
          <a:xfrm>
            <a:off x="5943600" y="2526030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通用</a:t>
            </a:r>
            <a:r>
              <a:rPr lang="zh-CN" altLang="en-US" dirty="0"/>
              <a:t>数学校验 </a:t>
            </a:r>
            <a:r>
              <a:rPr lang="en-US" altLang="zh-CN" dirty="0"/>
              <a:t>+ </a:t>
            </a:r>
            <a:r>
              <a:rPr lang="zh-CN" altLang="en-US" dirty="0"/>
              <a:t>项目适配器校验</a:t>
            </a:r>
            <a:endParaRPr sz="1800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07" name="fc24-1-divider">
            <a:extLst>
              <a:ext uri="{FF2B5EF4-FFF2-40B4-BE49-F238E27FC236}">
                <a16:creationId xmlns:a16="http://schemas.microsoft.com/office/drawing/2014/main" id="{DBE9038F-EFE0-42FC-8AF5-AA10912BDAD3}"/>
              </a:ext>
            </a:extLst>
          </p:cNvPr>
          <p:cNvCxnSpPr/>
          <p:nvPr/>
        </p:nvCxnSpPr>
        <p:spPr>
          <a:xfrm>
            <a:off x="5943600" y="25908000"/>
            <a:ext cx="4114800" cy="0"/>
          </a:xfrm>
          <a:prstGeom prst="straightConnector1">
            <a:avLst/>
          </a:prstGeom>
          <a:ln w="11906">
            <a:solidFill>
              <a:srgbClr val="C9D5BD"/>
            </a:solidFill>
          </a:ln>
        </p:spPr>
      </p:cxnSp>
      <p:sp>
        <p:nvSpPr>
          <p:cNvPr id="808" name="fc24-1-tag-0">
            <a:extLst>
              <a:ext uri="{FF2B5EF4-FFF2-40B4-BE49-F238E27FC236}">
                <a16:creationId xmlns:a16="http://schemas.microsoft.com/office/drawing/2014/main" id="{C56D3B2A-E909-4F83-8A7D-359BB2A12E33}"/>
              </a:ext>
            </a:extLst>
          </p:cNvPr>
          <p:cNvSpPr>
            <a:spLocks noGrp="1"/>
          </p:cNvSpPr>
          <p:nvPr/>
        </p:nvSpPr>
        <p:spPr>
          <a:xfrm>
            <a:off x="5943600" y="26041350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CDDDBB"/>
          </a:solidFill>
          <a:ln w="0">
            <a:noFill/>
          </a:ln>
        </p:spPr>
      </p:sp>
      <p:sp>
        <p:nvSpPr>
          <p:cNvPr id="809" name="fc24-1-tag-text-0">
            <a:extLst>
              <a:ext uri="{FF2B5EF4-FFF2-40B4-BE49-F238E27FC236}">
                <a16:creationId xmlns:a16="http://schemas.microsoft.com/office/drawing/2014/main" id="{550F7657-47B9-437F-8300-9E54814F8040}"/>
              </a:ext>
            </a:extLst>
          </p:cNvPr>
          <p:cNvSpPr>
            <a:spLocks noGrp="1"/>
          </p:cNvSpPr>
          <p:nvPr/>
        </p:nvSpPr>
        <p:spPr>
          <a:xfrm>
            <a:off x="5981700" y="260413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通用内核</a:t>
            </a:r>
          </a:p>
        </p:txBody>
      </p:sp>
      <p:sp>
        <p:nvSpPr>
          <p:cNvPr id="810" name="fc24-1-tag-1">
            <a:extLst>
              <a:ext uri="{FF2B5EF4-FFF2-40B4-BE49-F238E27FC236}">
                <a16:creationId xmlns:a16="http://schemas.microsoft.com/office/drawing/2014/main" id="{ACA3FBEB-0359-48E7-861A-F77C33465A7B}"/>
              </a:ext>
            </a:extLst>
          </p:cNvPr>
          <p:cNvSpPr>
            <a:spLocks noGrp="1"/>
          </p:cNvSpPr>
          <p:nvPr/>
        </p:nvSpPr>
        <p:spPr>
          <a:xfrm>
            <a:off x="7315200" y="260413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CDDDBB"/>
          </a:solidFill>
          <a:ln w="0">
            <a:noFill/>
          </a:ln>
        </p:spPr>
      </p:sp>
      <p:sp>
        <p:nvSpPr>
          <p:cNvPr id="811" name="fc24-1-tag-text-1">
            <a:extLst>
              <a:ext uri="{FF2B5EF4-FFF2-40B4-BE49-F238E27FC236}">
                <a16:creationId xmlns:a16="http://schemas.microsoft.com/office/drawing/2014/main" id="{EB53B508-3028-4E76-BF04-ED4E4F47C6CC}"/>
              </a:ext>
            </a:extLst>
          </p:cNvPr>
          <p:cNvSpPr>
            <a:spLocks noGrp="1"/>
          </p:cNvSpPr>
          <p:nvPr/>
        </p:nvSpPr>
        <p:spPr>
          <a:xfrm>
            <a:off x="7353300" y="26041350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项目适配</a:t>
            </a:r>
          </a:p>
        </p:txBody>
      </p:sp>
      <p:sp>
        <p:nvSpPr>
          <p:cNvPr id="812" name="fc24-1-tag-2">
            <a:extLst>
              <a:ext uri="{FF2B5EF4-FFF2-40B4-BE49-F238E27FC236}">
                <a16:creationId xmlns:a16="http://schemas.microsoft.com/office/drawing/2014/main" id="{97EC5FFE-5DD8-497B-B30F-A50160B67145}"/>
              </a:ext>
            </a:extLst>
          </p:cNvPr>
          <p:cNvSpPr>
            <a:spLocks noGrp="1"/>
          </p:cNvSpPr>
          <p:nvPr/>
        </p:nvSpPr>
        <p:spPr>
          <a:xfrm>
            <a:off x="8763000" y="26041350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CDDDBB"/>
          </a:solidFill>
          <a:ln w="0">
            <a:noFill/>
          </a:ln>
        </p:spPr>
      </p:sp>
      <p:sp>
        <p:nvSpPr>
          <p:cNvPr id="813" name="fc24-1-tag-text-2">
            <a:extLst>
              <a:ext uri="{FF2B5EF4-FFF2-40B4-BE49-F238E27FC236}">
                <a16:creationId xmlns:a16="http://schemas.microsoft.com/office/drawing/2014/main" id="{E17020F5-5F4F-4A84-BCE9-CFB0C808C068}"/>
              </a:ext>
            </a:extLst>
          </p:cNvPr>
          <p:cNvSpPr>
            <a:spLocks noGrp="1"/>
          </p:cNvSpPr>
          <p:nvPr/>
        </p:nvSpPr>
        <p:spPr>
          <a:xfrm>
            <a:off x="8801100" y="2604135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跨任务复用</a:t>
            </a:r>
          </a:p>
        </p:txBody>
      </p:sp>
      <p:sp>
        <p:nvSpPr>
          <p:cNvPr id="814" name="fc24-2-icon-base">
            <a:extLst>
              <a:ext uri="{FF2B5EF4-FFF2-40B4-BE49-F238E27FC236}">
                <a16:creationId xmlns:a16="http://schemas.microsoft.com/office/drawing/2014/main" id="{EA9B0980-E6DE-48F3-8E15-F6FCD3AF8BC9}"/>
              </a:ext>
            </a:extLst>
          </p:cNvPr>
          <p:cNvSpPr>
            <a:spLocks noGrp="1"/>
          </p:cNvSpPr>
          <p:nvPr/>
        </p:nvSpPr>
        <p:spPr>
          <a:xfrm>
            <a:off x="838200" y="27089100"/>
            <a:ext cx="781050" cy="628650"/>
          </a:xfrm>
          <a:prstGeom prst="roundRect">
            <a:avLst>
              <a:gd name="adj" fmla="val 18182"/>
            </a:avLst>
          </a:prstGeom>
          <a:solidFill>
            <a:srgbClr val="FEFEFF"/>
          </a:solidFill>
          <a:ln w="0">
            <a:noFill/>
          </a:ln>
        </p:spPr>
      </p:sp>
      <p:sp>
        <p:nvSpPr>
          <p:cNvPr id="815" name="fc24-2-title">
            <a:extLst>
              <a:ext uri="{FF2B5EF4-FFF2-40B4-BE49-F238E27FC236}">
                <a16:creationId xmlns:a16="http://schemas.microsoft.com/office/drawing/2014/main" id="{9A55549D-FACD-4D2C-86F3-0BBA9C41E8A2}"/>
              </a:ext>
            </a:extLst>
          </p:cNvPr>
          <p:cNvSpPr>
            <a:spLocks noGrp="1"/>
          </p:cNvSpPr>
          <p:nvPr/>
        </p:nvSpPr>
        <p:spPr>
          <a:xfrm>
            <a:off x="1790700" y="27155775"/>
            <a:ext cx="31051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轻量</a:t>
            </a:r>
            <a:r>
              <a:rPr lang="zh-CN" altLang="en-US" dirty="0"/>
              <a:t>化</a:t>
            </a:r>
            <a:endParaRPr sz="2625" b="1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6" name="fc24-2-core-0">
            <a:extLst>
              <a:ext uri="{FF2B5EF4-FFF2-40B4-BE49-F238E27FC236}">
                <a16:creationId xmlns:a16="http://schemas.microsoft.com/office/drawing/2014/main" id="{DAF4DDB9-10F6-4EAF-AB7C-94598E4755A8}"/>
              </a:ext>
            </a:extLst>
          </p:cNvPr>
          <p:cNvSpPr>
            <a:spLocks noGrp="1"/>
          </p:cNvSpPr>
          <p:nvPr/>
        </p:nvSpPr>
        <p:spPr>
          <a:xfrm>
            <a:off x="838200" y="2777490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按需部分激活知识</a:t>
            </a:r>
            <a:r>
              <a:rPr lang="en-US" altLang="zh-CN" dirty="0"/>
              <a:t>Card</a:t>
            </a:r>
            <a:endParaRPr sz="1800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fc24-2-core-1">
            <a:extLst>
              <a:ext uri="{FF2B5EF4-FFF2-40B4-BE49-F238E27FC236}">
                <a16:creationId xmlns:a16="http://schemas.microsoft.com/office/drawing/2014/main" id="{B2AEED06-8C59-418E-A382-0866E1559A31}"/>
              </a:ext>
            </a:extLst>
          </p:cNvPr>
          <p:cNvSpPr>
            <a:spLocks noGrp="1"/>
          </p:cNvSpPr>
          <p:nvPr/>
        </p:nvSpPr>
        <p:spPr>
          <a:xfrm>
            <a:off x="838200" y="2806065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优先使用已有数值结果</a:t>
            </a:r>
            <a:endParaRPr sz="1800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18" name="fc24-2-divider">
            <a:extLst>
              <a:ext uri="{FF2B5EF4-FFF2-40B4-BE49-F238E27FC236}">
                <a16:creationId xmlns:a16="http://schemas.microsoft.com/office/drawing/2014/main" id="{9DDD6FDD-5624-48E7-96A2-B3F9813F6A26}"/>
              </a:ext>
            </a:extLst>
          </p:cNvPr>
          <p:cNvCxnSpPr/>
          <p:nvPr/>
        </p:nvCxnSpPr>
        <p:spPr>
          <a:xfrm>
            <a:off x="838200" y="28422600"/>
            <a:ext cx="4114800" cy="0"/>
          </a:xfrm>
          <a:prstGeom prst="straightConnector1">
            <a:avLst/>
          </a:prstGeom>
          <a:ln w="11906">
            <a:solidFill>
              <a:srgbClr val="C7D6E6"/>
            </a:solidFill>
          </a:ln>
        </p:spPr>
      </p:cxnSp>
      <p:sp>
        <p:nvSpPr>
          <p:cNvPr id="819" name="fc24-2-tag-0">
            <a:extLst>
              <a:ext uri="{FF2B5EF4-FFF2-40B4-BE49-F238E27FC236}">
                <a16:creationId xmlns:a16="http://schemas.microsoft.com/office/drawing/2014/main" id="{34C55B9F-4194-4C03-BA9F-857465F92318}"/>
              </a:ext>
            </a:extLst>
          </p:cNvPr>
          <p:cNvSpPr>
            <a:spLocks noGrp="1"/>
          </p:cNvSpPr>
          <p:nvPr/>
        </p:nvSpPr>
        <p:spPr>
          <a:xfrm>
            <a:off x="838200" y="28555950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CCDEEF"/>
          </a:solidFill>
          <a:ln w="0">
            <a:noFill/>
          </a:ln>
        </p:spPr>
      </p:sp>
      <p:sp>
        <p:nvSpPr>
          <p:cNvPr id="820" name="fc24-2-tag-text-0">
            <a:extLst>
              <a:ext uri="{FF2B5EF4-FFF2-40B4-BE49-F238E27FC236}">
                <a16:creationId xmlns:a16="http://schemas.microsoft.com/office/drawing/2014/main" id="{11BD86A3-6795-48FD-A7B0-E3BAAA65C73A}"/>
              </a:ext>
            </a:extLst>
          </p:cNvPr>
          <p:cNvSpPr>
            <a:spLocks noGrp="1"/>
          </p:cNvSpPr>
          <p:nvPr/>
        </p:nvSpPr>
        <p:spPr>
          <a:xfrm>
            <a:off x="876300" y="285559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部分激活</a:t>
            </a:r>
            <a:endParaRPr sz="1425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1" name="fc24-2-tag-1">
            <a:extLst>
              <a:ext uri="{FF2B5EF4-FFF2-40B4-BE49-F238E27FC236}">
                <a16:creationId xmlns:a16="http://schemas.microsoft.com/office/drawing/2014/main" id="{E73CC0A5-9AD4-4320-855A-9879F5A34B44}"/>
              </a:ext>
            </a:extLst>
          </p:cNvPr>
          <p:cNvSpPr>
            <a:spLocks noGrp="1"/>
          </p:cNvSpPr>
          <p:nvPr/>
        </p:nvSpPr>
        <p:spPr>
          <a:xfrm>
            <a:off x="2209800" y="285559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CCDEEF"/>
          </a:solidFill>
          <a:ln w="0">
            <a:noFill/>
          </a:ln>
        </p:spPr>
      </p:sp>
      <p:sp>
        <p:nvSpPr>
          <p:cNvPr id="822" name="fc24-2-tag-text-1">
            <a:extLst>
              <a:ext uri="{FF2B5EF4-FFF2-40B4-BE49-F238E27FC236}">
                <a16:creationId xmlns:a16="http://schemas.microsoft.com/office/drawing/2014/main" id="{CFA9C3A8-00F0-4427-84C6-0D8E5BCE2A19}"/>
              </a:ext>
            </a:extLst>
          </p:cNvPr>
          <p:cNvSpPr>
            <a:spLocks noGrp="1"/>
          </p:cNvSpPr>
          <p:nvPr/>
        </p:nvSpPr>
        <p:spPr>
          <a:xfrm>
            <a:off x="2247900" y="28555950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 dirty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流程解耦</a:t>
            </a:r>
            <a:endParaRPr sz="1425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fc24-2-tag-2">
            <a:extLst>
              <a:ext uri="{FF2B5EF4-FFF2-40B4-BE49-F238E27FC236}">
                <a16:creationId xmlns:a16="http://schemas.microsoft.com/office/drawing/2014/main" id="{87504B32-3AD9-4AEF-991C-0AF4548AEBC0}"/>
              </a:ext>
            </a:extLst>
          </p:cNvPr>
          <p:cNvSpPr>
            <a:spLocks noGrp="1"/>
          </p:cNvSpPr>
          <p:nvPr/>
        </p:nvSpPr>
        <p:spPr>
          <a:xfrm>
            <a:off x="3657600" y="28555950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CCDEEF"/>
          </a:solidFill>
          <a:ln w="0">
            <a:noFill/>
          </a:ln>
        </p:spPr>
      </p:sp>
      <p:sp>
        <p:nvSpPr>
          <p:cNvPr id="824" name="fc24-2-tag-text-2">
            <a:extLst>
              <a:ext uri="{FF2B5EF4-FFF2-40B4-BE49-F238E27FC236}">
                <a16:creationId xmlns:a16="http://schemas.microsoft.com/office/drawing/2014/main" id="{F2121363-5D4B-4B0A-AD41-EEC439AE9063}"/>
              </a:ext>
            </a:extLst>
          </p:cNvPr>
          <p:cNvSpPr>
            <a:spLocks noGrp="1"/>
          </p:cNvSpPr>
          <p:nvPr/>
        </p:nvSpPr>
        <p:spPr>
          <a:xfrm>
            <a:off x="3695700" y="2855595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零新增求解</a:t>
            </a:r>
            <a:endParaRPr sz="1425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5" name="fc24-3-icon-base">
            <a:extLst>
              <a:ext uri="{FF2B5EF4-FFF2-40B4-BE49-F238E27FC236}">
                <a16:creationId xmlns:a16="http://schemas.microsoft.com/office/drawing/2014/main" id="{D36D13A9-E38E-4C4B-B601-BE4D5766874F}"/>
              </a:ext>
            </a:extLst>
          </p:cNvPr>
          <p:cNvSpPr>
            <a:spLocks noGrp="1"/>
          </p:cNvSpPr>
          <p:nvPr/>
        </p:nvSpPr>
        <p:spPr>
          <a:xfrm>
            <a:off x="5943600" y="27089100"/>
            <a:ext cx="781050" cy="628650"/>
          </a:xfrm>
          <a:prstGeom prst="roundRect">
            <a:avLst>
              <a:gd name="adj" fmla="val 18182"/>
            </a:avLst>
          </a:prstGeom>
          <a:solidFill>
            <a:srgbClr val="FEFEFF"/>
          </a:solidFill>
          <a:ln w="0">
            <a:noFill/>
          </a:ln>
        </p:spPr>
      </p:sp>
      <p:sp>
        <p:nvSpPr>
          <p:cNvPr id="826" name="fc24-3-title">
            <a:extLst>
              <a:ext uri="{FF2B5EF4-FFF2-40B4-BE49-F238E27FC236}">
                <a16:creationId xmlns:a16="http://schemas.microsoft.com/office/drawing/2014/main" id="{C30A2717-A8CA-45A9-8AAA-2E7407E8B832}"/>
              </a:ext>
            </a:extLst>
          </p:cNvPr>
          <p:cNvSpPr>
            <a:spLocks noGrp="1"/>
          </p:cNvSpPr>
          <p:nvPr/>
        </p:nvSpPr>
        <p:spPr>
          <a:xfrm>
            <a:off x="6896100" y="27155775"/>
            <a:ext cx="31051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自学习</a:t>
            </a:r>
          </a:p>
        </p:txBody>
      </p:sp>
      <p:sp>
        <p:nvSpPr>
          <p:cNvPr id="827" name="fc24-3-core-0">
            <a:extLst>
              <a:ext uri="{FF2B5EF4-FFF2-40B4-BE49-F238E27FC236}">
                <a16:creationId xmlns:a16="http://schemas.microsoft.com/office/drawing/2014/main" id="{3FD2ADD5-EA27-45E3-8E17-65C1DB4D0F39}"/>
              </a:ext>
            </a:extLst>
          </p:cNvPr>
          <p:cNvSpPr>
            <a:spLocks noGrp="1"/>
          </p:cNvSpPr>
          <p:nvPr/>
        </p:nvSpPr>
        <p:spPr>
          <a:xfrm>
            <a:off x="5943600" y="2777490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提炼、去重并验证典型约束</a:t>
            </a:r>
          </a:p>
        </p:txBody>
      </p:sp>
      <p:sp>
        <p:nvSpPr>
          <p:cNvPr id="828" name="fc24-3-core-1">
            <a:extLst>
              <a:ext uri="{FF2B5EF4-FFF2-40B4-BE49-F238E27FC236}">
                <a16:creationId xmlns:a16="http://schemas.microsoft.com/office/drawing/2014/main" id="{7FB338E7-7EDC-4999-B150-0D04A20DAD54}"/>
              </a:ext>
            </a:extLst>
          </p:cNvPr>
          <p:cNvSpPr>
            <a:spLocks noGrp="1"/>
          </p:cNvSpPr>
          <p:nvPr/>
        </p:nvSpPr>
        <p:spPr>
          <a:xfrm>
            <a:off x="5943600" y="28060650"/>
            <a:ext cx="4114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沉淀可复用知识卡</a:t>
            </a:r>
          </a:p>
        </p:txBody>
      </p:sp>
      <p:cxnSp>
        <p:nvCxnSpPr>
          <p:cNvPr id="829" name="fc24-3-divider">
            <a:extLst>
              <a:ext uri="{FF2B5EF4-FFF2-40B4-BE49-F238E27FC236}">
                <a16:creationId xmlns:a16="http://schemas.microsoft.com/office/drawing/2014/main" id="{3E326124-6F75-4996-859E-479E59DA5341}"/>
              </a:ext>
            </a:extLst>
          </p:cNvPr>
          <p:cNvCxnSpPr/>
          <p:nvPr/>
        </p:nvCxnSpPr>
        <p:spPr>
          <a:xfrm>
            <a:off x="5943600" y="28422600"/>
            <a:ext cx="4114800" cy="0"/>
          </a:xfrm>
          <a:prstGeom prst="straightConnector1">
            <a:avLst/>
          </a:prstGeom>
          <a:ln w="11906">
            <a:solidFill>
              <a:srgbClr val="CFC7E1"/>
            </a:solidFill>
          </a:ln>
        </p:spPr>
      </p:cxnSp>
      <p:sp>
        <p:nvSpPr>
          <p:cNvPr id="830" name="fc24-3-tag-0">
            <a:extLst>
              <a:ext uri="{FF2B5EF4-FFF2-40B4-BE49-F238E27FC236}">
                <a16:creationId xmlns:a16="http://schemas.microsoft.com/office/drawing/2014/main" id="{2DBEFC91-3559-41D3-B73F-86C51085DB10}"/>
              </a:ext>
            </a:extLst>
          </p:cNvPr>
          <p:cNvSpPr>
            <a:spLocks noGrp="1"/>
          </p:cNvSpPr>
          <p:nvPr/>
        </p:nvSpPr>
        <p:spPr>
          <a:xfrm>
            <a:off x="5943600" y="28555950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D5CBE9"/>
          </a:solidFill>
          <a:ln w="0">
            <a:noFill/>
          </a:ln>
        </p:spPr>
      </p:sp>
      <p:sp>
        <p:nvSpPr>
          <p:cNvPr id="831" name="fc24-3-tag-text-0">
            <a:extLst>
              <a:ext uri="{FF2B5EF4-FFF2-40B4-BE49-F238E27FC236}">
                <a16:creationId xmlns:a16="http://schemas.microsoft.com/office/drawing/2014/main" id="{43590B86-E2FC-473C-A03E-213DC15409C0}"/>
              </a:ext>
            </a:extLst>
          </p:cNvPr>
          <p:cNvSpPr>
            <a:spLocks noGrp="1"/>
          </p:cNvSpPr>
          <p:nvPr/>
        </p:nvSpPr>
        <p:spPr>
          <a:xfrm>
            <a:off x="5981700" y="285559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知识提炼</a:t>
            </a:r>
          </a:p>
        </p:txBody>
      </p:sp>
      <p:sp>
        <p:nvSpPr>
          <p:cNvPr id="832" name="fc24-3-tag-1">
            <a:extLst>
              <a:ext uri="{FF2B5EF4-FFF2-40B4-BE49-F238E27FC236}">
                <a16:creationId xmlns:a16="http://schemas.microsoft.com/office/drawing/2014/main" id="{FE9BEA8B-BB83-49B7-9745-05C6B1364B3E}"/>
              </a:ext>
            </a:extLst>
          </p:cNvPr>
          <p:cNvSpPr>
            <a:spLocks noGrp="1"/>
          </p:cNvSpPr>
          <p:nvPr/>
        </p:nvSpPr>
        <p:spPr>
          <a:xfrm>
            <a:off x="7315200" y="285559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D5CBE9"/>
          </a:solidFill>
          <a:ln w="0">
            <a:noFill/>
          </a:ln>
        </p:spPr>
      </p:sp>
      <p:sp>
        <p:nvSpPr>
          <p:cNvPr id="833" name="fc24-3-tag-text-1">
            <a:extLst>
              <a:ext uri="{FF2B5EF4-FFF2-40B4-BE49-F238E27FC236}">
                <a16:creationId xmlns:a16="http://schemas.microsoft.com/office/drawing/2014/main" id="{DC92987F-6673-41E1-BE98-FE7D517FBFCF}"/>
              </a:ext>
            </a:extLst>
          </p:cNvPr>
          <p:cNvSpPr>
            <a:spLocks noGrp="1"/>
          </p:cNvSpPr>
          <p:nvPr/>
        </p:nvSpPr>
        <p:spPr>
          <a:xfrm>
            <a:off x="7353300" y="28555950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</p:txBody>
      </p:sp>
      <p:sp>
        <p:nvSpPr>
          <p:cNvPr id="834" name="fc24-3-tag-2">
            <a:extLst>
              <a:ext uri="{FF2B5EF4-FFF2-40B4-BE49-F238E27FC236}">
                <a16:creationId xmlns:a16="http://schemas.microsoft.com/office/drawing/2014/main" id="{01D10679-81A2-4CA9-9C08-9B2FEDB40C35}"/>
              </a:ext>
            </a:extLst>
          </p:cNvPr>
          <p:cNvSpPr>
            <a:spLocks noGrp="1"/>
          </p:cNvSpPr>
          <p:nvPr/>
        </p:nvSpPr>
        <p:spPr>
          <a:xfrm>
            <a:off x="8763000" y="28555950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D5CBE9"/>
          </a:solidFill>
          <a:ln w="0">
            <a:noFill/>
          </a:ln>
        </p:spPr>
      </p:sp>
      <p:sp>
        <p:nvSpPr>
          <p:cNvPr id="835" name="fc24-3-tag-text-2">
            <a:extLst>
              <a:ext uri="{FF2B5EF4-FFF2-40B4-BE49-F238E27FC236}">
                <a16:creationId xmlns:a16="http://schemas.microsoft.com/office/drawing/2014/main" id="{702A2833-BAB1-4C01-B8C6-6492DE618AE1}"/>
              </a:ext>
            </a:extLst>
          </p:cNvPr>
          <p:cNvSpPr>
            <a:spLocks noGrp="1"/>
          </p:cNvSpPr>
          <p:nvPr/>
        </p:nvSpPr>
        <p:spPr>
          <a:xfrm>
            <a:off x="8801100" y="2855595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30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去重沉淀</a:t>
            </a:r>
            <a:endParaRPr sz="1425" b="0" dirty="0">
              <a:solidFill>
                <a:srgbClr val="3033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6" name="fc24-plug-body">
            <a:extLst>
              <a:ext uri="{FF2B5EF4-FFF2-40B4-BE49-F238E27FC236}">
                <a16:creationId xmlns:a16="http://schemas.microsoft.com/office/drawing/2014/main" id="{2547A744-AE4E-4DCF-9CB7-C769EBB7760E}"/>
              </a:ext>
            </a:extLst>
          </p:cNvPr>
          <p:cNvSpPr>
            <a:spLocks noGrp="1"/>
          </p:cNvSpPr>
          <p:nvPr/>
        </p:nvSpPr>
        <p:spPr>
          <a:xfrm>
            <a:off x="923925" y="24774525"/>
            <a:ext cx="285750" cy="238125"/>
          </a:xfrm>
          <a:prstGeom prst="roundRect">
            <a:avLst>
              <a:gd name="adj" fmla="val 28000"/>
            </a:avLst>
          </a:prstGeom>
          <a:noFill/>
          <a:ln w="23813">
            <a:solidFill>
              <a:srgbClr val="30334F"/>
            </a:solidFill>
          </a:ln>
        </p:spPr>
      </p:sp>
      <p:cxnSp>
        <p:nvCxnSpPr>
          <p:cNvPr id="837" name="fc24-plug-pin-a">
            <a:extLst>
              <a:ext uri="{FF2B5EF4-FFF2-40B4-BE49-F238E27FC236}">
                <a16:creationId xmlns:a16="http://schemas.microsoft.com/office/drawing/2014/main" id="{31B95B23-5D3F-49D7-B59E-0D218E0E4AA2}"/>
              </a:ext>
            </a:extLst>
          </p:cNvPr>
          <p:cNvCxnSpPr/>
          <p:nvPr/>
        </p:nvCxnSpPr>
        <p:spPr>
          <a:xfrm>
            <a:off x="1000125" y="24679275"/>
            <a:ext cx="0" cy="9525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38" name="fc24-plug-pin-b">
            <a:extLst>
              <a:ext uri="{FF2B5EF4-FFF2-40B4-BE49-F238E27FC236}">
                <a16:creationId xmlns:a16="http://schemas.microsoft.com/office/drawing/2014/main" id="{AC9BE67F-64F4-4281-8363-6E31E3014810}"/>
              </a:ext>
            </a:extLst>
          </p:cNvPr>
          <p:cNvCxnSpPr/>
          <p:nvPr/>
        </p:nvCxnSpPr>
        <p:spPr>
          <a:xfrm>
            <a:off x="1133475" y="24679275"/>
            <a:ext cx="0" cy="9525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39" name="fc24-plug-cable-a">
            <a:extLst>
              <a:ext uri="{FF2B5EF4-FFF2-40B4-BE49-F238E27FC236}">
                <a16:creationId xmlns:a16="http://schemas.microsoft.com/office/drawing/2014/main" id="{F75F5D3E-B300-40B6-BA05-64A82280AFE6}"/>
              </a:ext>
            </a:extLst>
          </p:cNvPr>
          <p:cNvCxnSpPr/>
          <p:nvPr/>
        </p:nvCxnSpPr>
        <p:spPr>
          <a:xfrm>
            <a:off x="1066800" y="25012650"/>
            <a:ext cx="0" cy="9525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40" name="fc24-plug-cable-b">
            <a:extLst>
              <a:ext uri="{FF2B5EF4-FFF2-40B4-BE49-F238E27FC236}">
                <a16:creationId xmlns:a16="http://schemas.microsoft.com/office/drawing/2014/main" id="{79DB2875-87AF-4D2D-815C-8C5B1EA5C208}"/>
              </a:ext>
            </a:extLst>
          </p:cNvPr>
          <p:cNvCxnSpPr/>
          <p:nvPr/>
        </p:nvCxnSpPr>
        <p:spPr>
          <a:xfrm>
            <a:off x="1066800" y="25107900"/>
            <a:ext cx="257175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41" name="fc24-plug-cable-c">
            <a:extLst>
              <a:ext uri="{FF2B5EF4-FFF2-40B4-BE49-F238E27FC236}">
                <a16:creationId xmlns:a16="http://schemas.microsoft.com/office/drawing/2014/main" id="{F06EF325-8E4C-41B6-BC6A-D11BB4D8F00E}"/>
              </a:ext>
            </a:extLst>
          </p:cNvPr>
          <p:cNvCxnSpPr/>
          <p:nvPr/>
        </p:nvCxnSpPr>
        <p:spPr>
          <a:xfrm flipV="1">
            <a:off x="1323975" y="24917400"/>
            <a:ext cx="0" cy="19050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42" name="fc24-agent-port">
            <a:extLst>
              <a:ext uri="{FF2B5EF4-FFF2-40B4-BE49-F238E27FC236}">
                <a16:creationId xmlns:a16="http://schemas.microsoft.com/office/drawing/2014/main" id="{4703748C-96CB-4381-82E0-C6346E4596A6}"/>
              </a:ext>
            </a:extLst>
          </p:cNvPr>
          <p:cNvSpPr>
            <a:spLocks noGrp="1"/>
          </p:cNvSpPr>
          <p:nvPr/>
        </p:nvSpPr>
        <p:spPr>
          <a:xfrm>
            <a:off x="1323975" y="24707850"/>
            <a:ext cx="276225" cy="238125"/>
          </a:xfrm>
          <a:prstGeom prst="roundRect">
            <a:avLst>
              <a:gd name="adj" fmla="val 24000"/>
            </a:avLst>
          </a:prstGeom>
          <a:noFill/>
          <a:ln w="23813">
            <a:solidFill>
              <a:srgbClr val="30334F"/>
            </a:solidFill>
          </a:ln>
        </p:spPr>
      </p:sp>
      <p:sp>
        <p:nvSpPr>
          <p:cNvPr id="843" name="fc24-agent-eye-a">
            <a:extLst>
              <a:ext uri="{FF2B5EF4-FFF2-40B4-BE49-F238E27FC236}">
                <a16:creationId xmlns:a16="http://schemas.microsoft.com/office/drawing/2014/main" id="{5372C86E-78F8-4FE8-956F-6B587CE38088}"/>
              </a:ext>
            </a:extLst>
          </p:cNvPr>
          <p:cNvSpPr>
            <a:spLocks noGrp="1"/>
          </p:cNvSpPr>
          <p:nvPr/>
        </p:nvSpPr>
        <p:spPr>
          <a:xfrm>
            <a:off x="1390650" y="24793575"/>
            <a:ext cx="38100" cy="38100"/>
          </a:xfrm>
          <a:prstGeom prst="ellipse">
            <a:avLst/>
          </a:prstGeom>
          <a:solidFill>
            <a:srgbClr val="30334F"/>
          </a:solidFill>
          <a:ln w="0">
            <a:noFill/>
          </a:ln>
        </p:spPr>
      </p:sp>
      <p:sp>
        <p:nvSpPr>
          <p:cNvPr id="844" name="fc24-agent-eye-b">
            <a:extLst>
              <a:ext uri="{FF2B5EF4-FFF2-40B4-BE49-F238E27FC236}">
                <a16:creationId xmlns:a16="http://schemas.microsoft.com/office/drawing/2014/main" id="{84DCB3DD-0C2D-4E86-9AB1-597F7AE2094E}"/>
              </a:ext>
            </a:extLst>
          </p:cNvPr>
          <p:cNvSpPr>
            <a:spLocks noGrp="1"/>
          </p:cNvSpPr>
          <p:nvPr/>
        </p:nvSpPr>
        <p:spPr>
          <a:xfrm>
            <a:off x="1504950" y="24793575"/>
            <a:ext cx="38100" cy="38100"/>
          </a:xfrm>
          <a:prstGeom prst="ellipse">
            <a:avLst/>
          </a:prstGeom>
          <a:solidFill>
            <a:srgbClr val="30334F"/>
          </a:solidFill>
          <a:ln w="0">
            <a:noFill/>
          </a:ln>
        </p:spPr>
      </p:sp>
      <p:cxnSp>
        <p:nvCxnSpPr>
          <p:cNvPr id="845" name="fc24-agent-pin">
            <a:extLst>
              <a:ext uri="{FF2B5EF4-FFF2-40B4-BE49-F238E27FC236}">
                <a16:creationId xmlns:a16="http://schemas.microsoft.com/office/drawing/2014/main" id="{84C7100C-EE51-4356-A6D3-306FED0452A9}"/>
              </a:ext>
            </a:extLst>
          </p:cNvPr>
          <p:cNvCxnSpPr/>
          <p:nvPr/>
        </p:nvCxnSpPr>
        <p:spPr>
          <a:xfrm>
            <a:off x="1462088" y="24641175"/>
            <a:ext cx="0" cy="66675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46" name="fc24-reuse-core">
            <a:extLst>
              <a:ext uri="{FF2B5EF4-FFF2-40B4-BE49-F238E27FC236}">
                <a16:creationId xmlns:a16="http://schemas.microsoft.com/office/drawing/2014/main" id="{47F1BBD1-4258-4E6D-90A1-778B9A84492B}"/>
              </a:ext>
            </a:extLst>
          </p:cNvPr>
          <p:cNvSpPr>
            <a:spLocks noGrp="1"/>
          </p:cNvSpPr>
          <p:nvPr/>
        </p:nvSpPr>
        <p:spPr>
          <a:xfrm>
            <a:off x="6010275" y="24679275"/>
            <a:ext cx="295275" cy="409575"/>
          </a:xfrm>
          <a:prstGeom prst="roundRect">
            <a:avLst>
              <a:gd name="adj" fmla="val 22581"/>
            </a:avLst>
          </a:prstGeom>
          <a:noFill/>
          <a:ln w="23813">
            <a:solidFill>
              <a:srgbClr val="30334F"/>
            </a:solidFill>
          </a:ln>
        </p:spPr>
      </p:sp>
      <p:sp>
        <p:nvSpPr>
          <p:cNvPr id="847" name="fc24-reuse-project">
            <a:extLst>
              <a:ext uri="{FF2B5EF4-FFF2-40B4-BE49-F238E27FC236}">
                <a16:creationId xmlns:a16="http://schemas.microsoft.com/office/drawing/2014/main" id="{C335DD11-6B6A-4787-8EA8-7A25C6F9BB7F}"/>
              </a:ext>
            </a:extLst>
          </p:cNvPr>
          <p:cNvSpPr>
            <a:spLocks noGrp="1"/>
          </p:cNvSpPr>
          <p:nvPr/>
        </p:nvSpPr>
        <p:spPr>
          <a:xfrm>
            <a:off x="6410325" y="24677370"/>
            <a:ext cx="295275" cy="409575"/>
          </a:xfrm>
          <a:prstGeom prst="roundRect">
            <a:avLst>
              <a:gd name="adj" fmla="val 22581"/>
            </a:avLst>
          </a:prstGeom>
          <a:noFill/>
          <a:ln w="23813">
            <a:solidFill>
              <a:srgbClr val="30334F"/>
            </a:solidFill>
          </a:ln>
        </p:spPr>
      </p:sp>
      <p:cxnSp>
        <p:nvCxnSpPr>
          <p:cNvPr id="848" name="fc24-reuse-interface">
            <a:extLst>
              <a:ext uri="{FF2B5EF4-FFF2-40B4-BE49-F238E27FC236}">
                <a16:creationId xmlns:a16="http://schemas.microsoft.com/office/drawing/2014/main" id="{1530DBCE-5B02-44C2-BC78-B420242ED973}"/>
              </a:ext>
            </a:extLst>
          </p:cNvPr>
          <p:cNvCxnSpPr>
            <a:cxnSpLocks/>
          </p:cNvCxnSpPr>
          <p:nvPr/>
        </p:nvCxnSpPr>
        <p:spPr>
          <a:xfrm>
            <a:off x="6305550" y="24884063"/>
            <a:ext cx="95250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49" name="fc24-reuse-core-rule-a">
            <a:extLst>
              <a:ext uri="{FF2B5EF4-FFF2-40B4-BE49-F238E27FC236}">
                <a16:creationId xmlns:a16="http://schemas.microsoft.com/office/drawing/2014/main" id="{526936BB-C3FD-4C5D-A686-8B36993CB538}"/>
              </a:ext>
            </a:extLst>
          </p:cNvPr>
          <p:cNvCxnSpPr/>
          <p:nvPr/>
        </p:nvCxnSpPr>
        <p:spPr>
          <a:xfrm>
            <a:off x="6086475" y="24793575"/>
            <a:ext cx="142875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50" name="fc24-reuse-core-rule-b">
            <a:extLst>
              <a:ext uri="{FF2B5EF4-FFF2-40B4-BE49-F238E27FC236}">
                <a16:creationId xmlns:a16="http://schemas.microsoft.com/office/drawing/2014/main" id="{607B659F-9CF7-42DF-A241-B5D429995E8F}"/>
              </a:ext>
            </a:extLst>
          </p:cNvPr>
          <p:cNvCxnSpPr/>
          <p:nvPr/>
        </p:nvCxnSpPr>
        <p:spPr>
          <a:xfrm>
            <a:off x="6086475" y="24888825"/>
            <a:ext cx="142875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51" name="fc24-reuse-core-rule-c">
            <a:extLst>
              <a:ext uri="{FF2B5EF4-FFF2-40B4-BE49-F238E27FC236}">
                <a16:creationId xmlns:a16="http://schemas.microsoft.com/office/drawing/2014/main" id="{9D35E338-B6FF-4CBB-8329-E66CBE8020C5}"/>
              </a:ext>
            </a:extLst>
          </p:cNvPr>
          <p:cNvCxnSpPr/>
          <p:nvPr/>
        </p:nvCxnSpPr>
        <p:spPr>
          <a:xfrm>
            <a:off x="6086475" y="24984075"/>
            <a:ext cx="95250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52" name="fc24-reuse-project-module-a">
            <a:extLst>
              <a:ext uri="{FF2B5EF4-FFF2-40B4-BE49-F238E27FC236}">
                <a16:creationId xmlns:a16="http://schemas.microsoft.com/office/drawing/2014/main" id="{2F36953B-AE24-4BF2-8C64-F975A651E952}"/>
              </a:ext>
            </a:extLst>
          </p:cNvPr>
          <p:cNvSpPr>
            <a:spLocks noGrp="1"/>
          </p:cNvSpPr>
          <p:nvPr/>
        </p:nvSpPr>
        <p:spPr>
          <a:xfrm>
            <a:off x="6490335" y="24745473"/>
            <a:ext cx="133350" cy="95250"/>
          </a:xfrm>
          <a:prstGeom prst="rect">
            <a:avLst/>
          </a:prstGeom>
          <a:noFill/>
          <a:ln w="19050">
            <a:solidFill>
              <a:srgbClr val="30334F"/>
            </a:solidFill>
          </a:ln>
        </p:spPr>
      </p:sp>
      <p:sp>
        <p:nvSpPr>
          <p:cNvPr id="853" name="fc24-reuse-project-module-b">
            <a:extLst>
              <a:ext uri="{FF2B5EF4-FFF2-40B4-BE49-F238E27FC236}">
                <a16:creationId xmlns:a16="http://schemas.microsoft.com/office/drawing/2014/main" id="{A01AC82B-DB40-4D7C-B285-9EBF7C7DE978}"/>
              </a:ext>
            </a:extLst>
          </p:cNvPr>
          <p:cNvSpPr>
            <a:spLocks noGrp="1"/>
          </p:cNvSpPr>
          <p:nvPr/>
        </p:nvSpPr>
        <p:spPr>
          <a:xfrm>
            <a:off x="6490335" y="24911685"/>
            <a:ext cx="133350" cy="85725"/>
          </a:xfrm>
          <a:prstGeom prst="rect">
            <a:avLst/>
          </a:prstGeom>
          <a:noFill/>
          <a:ln w="19050">
            <a:solidFill>
              <a:srgbClr val="30334F"/>
            </a:solidFill>
          </a:ln>
        </p:spPr>
      </p:sp>
      <p:sp>
        <p:nvSpPr>
          <p:cNvPr id="854" name="fc24-light-layer-active">
            <a:extLst>
              <a:ext uri="{FF2B5EF4-FFF2-40B4-BE49-F238E27FC236}">
                <a16:creationId xmlns:a16="http://schemas.microsoft.com/office/drawing/2014/main" id="{D8C74A49-CB8A-4390-B5AF-6BE505572889}"/>
              </a:ext>
            </a:extLst>
          </p:cNvPr>
          <p:cNvSpPr>
            <a:spLocks noGrp="1"/>
          </p:cNvSpPr>
          <p:nvPr/>
        </p:nvSpPr>
        <p:spPr>
          <a:xfrm>
            <a:off x="933450" y="27146250"/>
            <a:ext cx="609600" cy="123825"/>
          </a:xfrm>
          <a:prstGeom prst="roundRect">
            <a:avLst>
              <a:gd name="adj" fmla="val 46154"/>
            </a:avLst>
          </a:prstGeom>
          <a:solidFill>
            <a:srgbClr val="CCDEEF"/>
          </a:solidFill>
          <a:ln w="23813">
            <a:solidFill>
              <a:srgbClr val="30334F"/>
            </a:solidFill>
          </a:ln>
        </p:spPr>
      </p:sp>
      <p:sp>
        <p:nvSpPr>
          <p:cNvPr id="855" name="fc24-light-layer-idle-a">
            <a:extLst>
              <a:ext uri="{FF2B5EF4-FFF2-40B4-BE49-F238E27FC236}">
                <a16:creationId xmlns:a16="http://schemas.microsoft.com/office/drawing/2014/main" id="{FAE15B91-F84C-4EB0-A906-1775B8BF244D}"/>
              </a:ext>
            </a:extLst>
          </p:cNvPr>
          <p:cNvSpPr>
            <a:spLocks noGrp="1"/>
          </p:cNvSpPr>
          <p:nvPr/>
        </p:nvSpPr>
        <p:spPr>
          <a:xfrm>
            <a:off x="933450" y="27346275"/>
            <a:ext cx="609600" cy="123825"/>
          </a:xfrm>
          <a:prstGeom prst="roundRect">
            <a:avLst>
              <a:gd name="adj" fmla="val 46154"/>
            </a:avLst>
          </a:prstGeom>
          <a:noFill/>
          <a:ln w="23813">
            <a:solidFill>
              <a:srgbClr val="9DAABD"/>
            </a:solidFill>
          </a:ln>
        </p:spPr>
      </p:sp>
      <p:sp>
        <p:nvSpPr>
          <p:cNvPr id="856" name="fc24-light-layer-idle-b">
            <a:extLst>
              <a:ext uri="{FF2B5EF4-FFF2-40B4-BE49-F238E27FC236}">
                <a16:creationId xmlns:a16="http://schemas.microsoft.com/office/drawing/2014/main" id="{93BFC306-ECEC-40CE-82B0-07FD41AD0C52}"/>
              </a:ext>
            </a:extLst>
          </p:cNvPr>
          <p:cNvSpPr>
            <a:spLocks noGrp="1"/>
          </p:cNvSpPr>
          <p:nvPr/>
        </p:nvSpPr>
        <p:spPr>
          <a:xfrm>
            <a:off x="933450" y="27546300"/>
            <a:ext cx="609600" cy="123825"/>
          </a:xfrm>
          <a:prstGeom prst="roundRect">
            <a:avLst>
              <a:gd name="adj" fmla="val 46154"/>
            </a:avLst>
          </a:prstGeom>
          <a:noFill/>
          <a:ln w="23813">
            <a:solidFill>
              <a:srgbClr val="9DAABD"/>
            </a:solidFill>
          </a:ln>
        </p:spPr>
      </p:sp>
      <p:cxnSp>
        <p:nvCxnSpPr>
          <p:cNvPr id="857" name="fc24-light-active-rule">
            <a:extLst>
              <a:ext uri="{FF2B5EF4-FFF2-40B4-BE49-F238E27FC236}">
                <a16:creationId xmlns:a16="http://schemas.microsoft.com/office/drawing/2014/main" id="{2ECE92FD-0F1B-4090-A411-7DE0269F2046}"/>
              </a:ext>
            </a:extLst>
          </p:cNvPr>
          <p:cNvCxnSpPr/>
          <p:nvPr/>
        </p:nvCxnSpPr>
        <p:spPr>
          <a:xfrm>
            <a:off x="1028700" y="27208163"/>
            <a:ext cx="219075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58" name="fc24-light-active-checka">
            <a:extLst>
              <a:ext uri="{FF2B5EF4-FFF2-40B4-BE49-F238E27FC236}">
                <a16:creationId xmlns:a16="http://schemas.microsoft.com/office/drawing/2014/main" id="{BF5C2813-81D5-4365-9817-2111DB68FFA6}"/>
              </a:ext>
            </a:extLst>
          </p:cNvPr>
          <p:cNvCxnSpPr/>
          <p:nvPr/>
        </p:nvCxnSpPr>
        <p:spPr>
          <a:xfrm>
            <a:off x="1352550" y="27195780"/>
            <a:ext cx="34290" cy="3429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59" name="fc24-light-active-checkb">
            <a:extLst>
              <a:ext uri="{FF2B5EF4-FFF2-40B4-BE49-F238E27FC236}">
                <a16:creationId xmlns:a16="http://schemas.microsoft.com/office/drawing/2014/main" id="{DA0D586B-5166-4EEA-8DC1-A1FE88D5E8D9}"/>
              </a:ext>
            </a:extLst>
          </p:cNvPr>
          <p:cNvCxnSpPr/>
          <p:nvPr/>
        </p:nvCxnSpPr>
        <p:spPr>
          <a:xfrm flipV="1">
            <a:off x="1386840" y="27155775"/>
            <a:ext cx="68580" cy="74295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60" name="fc24-learn-page">
            <a:extLst>
              <a:ext uri="{FF2B5EF4-FFF2-40B4-BE49-F238E27FC236}">
                <a16:creationId xmlns:a16="http://schemas.microsoft.com/office/drawing/2014/main" id="{6774BDF6-7C8C-4380-AC97-E848E085D169}"/>
              </a:ext>
            </a:extLst>
          </p:cNvPr>
          <p:cNvSpPr>
            <a:spLocks noGrp="1"/>
          </p:cNvSpPr>
          <p:nvPr/>
        </p:nvSpPr>
        <p:spPr>
          <a:xfrm>
            <a:off x="6057900" y="27155775"/>
            <a:ext cx="333375" cy="466725"/>
          </a:xfrm>
          <a:prstGeom prst="roundRect">
            <a:avLst>
              <a:gd name="adj" fmla="val 14286"/>
            </a:avLst>
          </a:prstGeom>
          <a:noFill/>
          <a:ln w="23813">
            <a:solidFill>
              <a:srgbClr val="30334F"/>
            </a:solidFill>
          </a:ln>
        </p:spPr>
      </p:sp>
      <p:cxnSp>
        <p:nvCxnSpPr>
          <p:cNvPr id="861" name="fc24-learn-rule-a">
            <a:extLst>
              <a:ext uri="{FF2B5EF4-FFF2-40B4-BE49-F238E27FC236}">
                <a16:creationId xmlns:a16="http://schemas.microsoft.com/office/drawing/2014/main" id="{E846C73C-C912-4651-84FF-FF566804F4E0}"/>
              </a:ext>
            </a:extLst>
          </p:cNvPr>
          <p:cNvCxnSpPr/>
          <p:nvPr/>
        </p:nvCxnSpPr>
        <p:spPr>
          <a:xfrm>
            <a:off x="6134100" y="27279600"/>
            <a:ext cx="171450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62" name="fc24-learn-rule-b">
            <a:extLst>
              <a:ext uri="{FF2B5EF4-FFF2-40B4-BE49-F238E27FC236}">
                <a16:creationId xmlns:a16="http://schemas.microsoft.com/office/drawing/2014/main" id="{D5C6E6D2-2DE9-44E0-A589-6FC51BD22D7B}"/>
              </a:ext>
            </a:extLst>
          </p:cNvPr>
          <p:cNvCxnSpPr/>
          <p:nvPr/>
        </p:nvCxnSpPr>
        <p:spPr>
          <a:xfrm>
            <a:off x="6134100" y="27374850"/>
            <a:ext cx="171450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63" name="fc24-learn-rule-c">
            <a:extLst>
              <a:ext uri="{FF2B5EF4-FFF2-40B4-BE49-F238E27FC236}">
                <a16:creationId xmlns:a16="http://schemas.microsoft.com/office/drawing/2014/main" id="{C11A02DB-9927-4B38-ACD8-BAE6085E63B4}"/>
              </a:ext>
            </a:extLst>
          </p:cNvPr>
          <p:cNvCxnSpPr/>
          <p:nvPr/>
        </p:nvCxnSpPr>
        <p:spPr>
          <a:xfrm>
            <a:off x="6134100" y="27470100"/>
            <a:ext cx="114300" cy="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64" name="fc24-learn-verified">
            <a:extLst>
              <a:ext uri="{FF2B5EF4-FFF2-40B4-BE49-F238E27FC236}">
                <a16:creationId xmlns:a16="http://schemas.microsoft.com/office/drawing/2014/main" id="{FB95454A-A993-4BF5-879F-D4C234D081F4}"/>
              </a:ext>
            </a:extLst>
          </p:cNvPr>
          <p:cNvSpPr>
            <a:spLocks noGrp="1"/>
          </p:cNvSpPr>
          <p:nvPr/>
        </p:nvSpPr>
        <p:spPr>
          <a:xfrm>
            <a:off x="6296025" y="27432000"/>
            <a:ext cx="238125" cy="238125"/>
          </a:xfrm>
          <a:prstGeom prst="ellipse">
            <a:avLst/>
          </a:prstGeom>
          <a:solidFill>
            <a:srgbClr val="D5CBE9"/>
          </a:solidFill>
          <a:ln w="23813">
            <a:solidFill>
              <a:srgbClr val="30334F"/>
            </a:solidFill>
          </a:ln>
        </p:spPr>
      </p:sp>
      <p:cxnSp>
        <p:nvCxnSpPr>
          <p:cNvPr id="865" name="fc24-learn-checka">
            <a:extLst>
              <a:ext uri="{FF2B5EF4-FFF2-40B4-BE49-F238E27FC236}">
                <a16:creationId xmlns:a16="http://schemas.microsoft.com/office/drawing/2014/main" id="{E2F9ABEB-A91B-48B2-9771-511CB08A1F80}"/>
              </a:ext>
            </a:extLst>
          </p:cNvPr>
          <p:cNvCxnSpPr/>
          <p:nvPr/>
        </p:nvCxnSpPr>
        <p:spPr>
          <a:xfrm>
            <a:off x="6343650" y="27539156"/>
            <a:ext cx="42863" cy="42863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66" name="fc24-learn-checkb">
            <a:extLst>
              <a:ext uri="{FF2B5EF4-FFF2-40B4-BE49-F238E27FC236}">
                <a16:creationId xmlns:a16="http://schemas.microsoft.com/office/drawing/2014/main" id="{2491E2E6-ADE4-4B29-B043-6F8FFBCFB849}"/>
              </a:ext>
            </a:extLst>
          </p:cNvPr>
          <p:cNvCxnSpPr/>
          <p:nvPr/>
        </p:nvCxnSpPr>
        <p:spPr>
          <a:xfrm flipV="1">
            <a:off x="6386513" y="27489150"/>
            <a:ext cx="85725" cy="92869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sp>
        <p:nvSpPr>
          <p:cNvPr id="867" name="fc24-learn-loop">
            <a:extLst>
              <a:ext uri="{FF2B5EF4-FFF2-40B4-BE49-F238E27FC236}">
                <a16:creationId xmlns:a16="http://schemas.microsoft.com/office/drawing/2014/main" id="{7EDD3BD2-4EEB-425B-A6D1-987D8029CF4E}"/>
              </a:ext>
            </a:extLst>
          </p:cNvPr>
          <p:cNvSpPr>
            <a:spLocks noGrp="1"/>
          </p:cNvSpPr>
          <p:nvPr/>
        </p:nvSpPr>
        <p:spPr>
          <a:xfrm>
            <a:off x="6438900" y="27117675"/>
            <a:ext cx="238125" cy="428625"/>
          </a:xfrm>
          <a:custGeom>
            <a:avLst/>
            <a:gdLst/>
            <a:ahLst/>
            <a:cxnLst/>
            <a:rect l="0" t="0" r="0" b="0"/>
            <a:pathLst>
              <a:path w="238125" h="428625">
                <a:moveTo>
                  <a:pt x="0" y="28575"/>
                </a:moveTo>
                <a:cubicBezTo>
                  <a:pt x="257175" y="28575"/>
                  <a:pt x="285750" y="333375"/>
                  <a:pt x="95250" y="400050"/>
                </a:cubicBezTo>
              </a:path>
            </a:pathLst>
          </a:custGeom>
          <a:noFill/>
          <a:ln w="23813">
            <a:solidFill>
              <a:srgbClr val="30334F"/>
            </a:solidFill>
          </a:ln>
        </p:spPr>
      </p:sp>
      <p:cxnSp>
        <p:nvCxnSpPr>
          <p:cNvPr id="868" name="fc24-learn-arrow-a">
            <a:extLst>
              <a:ext uri="{FF2B5EF4-FFF2-40B4-BE49-F238E27FC236}">
                <a16:creationId xmlns:a16="http://schemas.microsoft.com/office/drawing/2014/main" id="{E6BBEC81-B224-4C2E-A0DF-3A99B684EEDA}"/>
              </a:ext>
            </a:extLst>
          </p:cNvPr>
          <p:cNvCxnSpPr/>
          <p:nvPr/>
        </p:nvCxnSpPr>
        <p:spPr>
          <a:xfrm flipV="1">
            <a:off x="6534150" y="27422475"/>
            <a:ext cx="28575" cy="95250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  <p:cxnSp>
        <p:nvCxnSpPr>
          <p:cNvPr id="869" name="fc24-learn-arrow-b">
            <a:extLst>
              <a:ext uri="{FF2B5EF4-FFF2-40B4-BE49-F238E27FC236}">
                <a16:creationId xmlns:a16="http://schemas.microsoft.com/office/drawing/2014/main" id="{B216532C-9452-48C9-B53C-60D2909EE41E}"/>
              </a:ext>
            </a:extLst>
          </p:cNvPr>
          <p:cNvCxnSpPr/>
          <p:nvPr/>
        </p:nvCxnSpPr>
        <p:spPr>
          <a:xfrm>
            <a:off x="6534150" y="27517725"/>
            <a:ext cx="95250" cy="9525"/>
          </a:xfrm>
          <a:prstGeom prst="straightConnector1">
            <a:avLst/>
          </a:prstGeom>
          <a:ln w="23813">
            <a:solidFill>
              <a:srgbClr val="30334F"/>
            </a:solidFill>
          </a:ln>
        </p:spPr>
      </p:cxnSp>
    </p:spTree>
    <p:extLst>
      <p:ext uri="{BB962C8B-B14F-4D97-AF65-F5344CB8AC3E}">
        <p14:creationId xmlns:p14="http://schemas.microsoft.com/office/powerpoint/2010/main" val="712425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929</Words>
  <Application>Microsoft Office PowerPoint</Application>
  <DocSecurity>0</DocSecurity>
  <PresentationFormat>自定义</PresentationFormat>
  <Paragraphs>143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Microsoft YaHei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电力系统优化问题校核与修正Skill</dc:title>
  <dc:creator>Walnut Exporter</dc:creator>
  <cp:lastModifiedBy>Kang Deng</cp:lastModifiedBy>
  <cp:revision>103</cp:revision>
  <dcterms:created xsi:type="dcterms:W3CDTF">2026-10-23T12:56:21Z</dcterms:created>
  <dcterms:modified xsi:type="dcterms:W3CDTF">2026-10-24T12:58:26Z</dcterms:modified>
  <dc:subject>Power System Model Audit</dc:subject>
</cp:coreProperties>
</file>